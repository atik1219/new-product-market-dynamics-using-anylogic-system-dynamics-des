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Lst>
  <p:notesMasterIdLst>
    <p:notesMasterId r:id="rId21"/>
  </p:notesMasterIdLst>
  <p:sldIdLst>
    <p:sldId id="256" r:id="rId2"/>
    <p:sldId id="309" r:id="rId3"/>
    <p:sldId id="304" r:id="rId4"/>
    <p:sldId id="311" r:id="rId5"/>
    <p:sldId id="306" r:id="rId6"/>
    <p:sldId id="312" r:id="rId7"/>
    <p:sldId id="307" r:id="rId8"/>
    <p:sldId id="319" r:id="rId9"/>
    <p:sldId id="305" r:id="rId10"/>
    <p:sldId id="310" r:id="rId11"/>
    <p:sldId id="320" r:id="rId12"/>
    <p:sldId id="297" r:id="rId13"/>
    <p:sldId id="313" r:id="rId14"/>
    <p:sldId id="314" r:id="rId15"/>
    <p:sldId id="315" r:id="rId16"/>
    <p:sldId id="316" r:id="rId17"/>
    <p:sldId id="318" r:id="rId18"/>
    <p:sldId id="317" r:id="rId19"/>
    <p:sldId id="260"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F15E7E-2228-4D9B-A934-43DB145CE9E2}" v="127" dt="2025-12-01T21:04:44.09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hman, S M Atikur" userId="75436662-7151-4d1f-9973-921be870118f" providerId="ADAL" clId="{899350E2-5B15-43FE-B113-EFDCAACAABA3}"/>
    <pc:docChg chg="undo redo custSel addSld delSld modSld sldOrd">
      <pc:chgData name="Rahman, S M Atikur" userId="75436662-7151-4d1f-9973-921be870118f" providerId="ADAL" clId="{899350E2-5B15-43FE-B113-EFDCAACAABA3}" dt="2025-12-01T21:05:48.993" v="1003" actId="1076"/>
      <pc:docMkLst>
        <pc:docMk/>
      </pc:docMkLst>
      <pc:sldChg chg="addSp delSp modSp add mod">
        <pc:chgData name="Rahman, S M Atikur" userId="75436662-7151-4d1f-9973-921be870118f" providerId="ADAL" clId="{899350E2-5B15-43FE-B113-EFDCAACAABA3}" dt="2025-12-01T21:05:48.993" v="1003" actId="1076"/>
        <pc:sldMkLst>
          <pc:docMk/>
          <pc:sldMk cId="2704790704" sldId="256"/>
        </pc:sldMkLst>
        <pc:spChg chg="mod">
          <ac:chgData name="Rahman, S M Atikur" userId="75436662-7151-4d1f-9973-921be870118f" providerId="ADAL" clId="{899350E2-5B15-43FE-B113-EFDCAACAABA3}" dt="2025-12-01T21:05:48.993" v="1003" actId="1076"/>
          <ac:spMkLst>
            <pc:docMk/>
            <pc:sldMk cId="2704790704" sldId="256"/>
            <ac:spMk id="4" creationId="{56AE5963-2AD4-A055-9C0D-5BC85419647D}"/>
          </ac:spMkLst>
        </pc:spChg>
        <pc:graphicFrameChg chg="add del mod">
          <ac:chgData name="Rahman, S M Atikur" userId="75436662-7151-4d1f-9973-921be870118f" providerId="ADAL" clId="{899350E2-5B15-43FE-B113-EFDCAACAABA3}" dt="2025-12-01T18:18:25.701" v="62"/>
          <ac:graphicFrameMkLst>
            <pc:docMk/>
            <pc:sldMk cId="2704790704" sldId="256"/>
            <ac:graphicFrameMk id="2" creationId="{B6F68167-3E5F-AB61-F67A-E6BFE71E9B58}"/>
          </ac:graphicFrameMkLst>
        </pc:graphicFrameChg>
        <pc:picChg chg="add mod">
          <ac:chgData name="Rahman, S M Atikur" userId="75436662-7151-4d1f-9973-921be870118f" providerId="ADAL" clId="{899350E2-5B15-43FE-B113-EFDCAACAABA3}" dt="2025-12-01T21:05:06.142" v="1001" actId="1076"/>
          <ac:picMkLst>
            <pc:docMk/>
            <pc:sldMk cId="2704790704" sldId="256"/>
            <ac:picMk id="3" creationId="{207D98D9-9533-D75E-1451-52564B888E10}"/>
          </ac:picMkLst>
        </pc:picChg>
        <pc:picChg chg="del mod">
          <ac:chgData name="Rahman, S M Atikur" userId="75436662-7151-4d1f-9973-921be870118f" providerId="ADAL" clId="{899350E2-5B15-43FE-B113-EFDCAACAABA3}" dt="2025-12-01T21:04:22.875" v="993" actId="478"/>
          <ac:picMkLst>
            <pc:docMk/>
            <pc:sldMk cId="2704790704" sldId="256"/>
            <ac:picMk id="5" creationId="{CD39ED1C-D8FF-A4A5-2F7D-61814D181DE4}"/>
          </ac:picMkLst>
        </pc:picChg>
        <pc:picChg chg="del">
          <ac:chgData name="Rahman, S M Atikur" userId="75436662-7151-4d1f-9973-921be870118f" providerId="ADAL" clId="{899350E2-5B15-43FE-B113-EFDCAACAABA3}" dt="2025-12-01T18:20:25.044" v="76" actId="478"/>
          <ac:picMkLst>
            <pc:docMk/>
            <pc:sldMk cId="2704790704" sldId="256"/>
            <ac:picMk id="6" creationId="{968BBA1C-83FF-4C65-930E-D007C36B4C74}"/>
          </ac:picMkLst>
        </pc:picChg>
        <pc:picChg chg="del mod">
          <ac:chgData name="Rahman, S M Atikur" userId="75436662-7151-4d1f-9973-921be870118f" providerId="ADAL" clId="{899350E2-5B15-43FE-B113-EFDCAACAABA3}" dt="2025-12-01T18:45:02.054" v="559" actId="478"/>
          <ac:picMkLst>
            <pc:docMk/>
            <pc:sldMk cId="2704790704" sldId="256"/>
            <ac:picMk id="7" creationId="{88293539-F341-4EF7-937B-AA99F3FC4A97}"/>
          </ac:picMkLst>
        </pc:picChg>
      </pc:sldChg>
      <pc:sldChg chg="del">
        <pc:chgData name="Rahman, S M Atikur" userId="75436662-7151-4d1f-9973-921be870118f" providerId="ADAL" clId="{899350E2-5B15-43FE-B113-EFDCAACAABA3}" dt="2025-12-01T18:20:34.342" v="78" actId="47"/>
        <pc:sldMkLst>
          <pc:docMk/>
          <pc:sldMk cId="3879398063" sldId="257"/>
        </pc:sldMkLst>
      </pc:sldChg>
      <pc:sldChg chg="del">
        <pc:chgData name="Rahman, S M Atikur" userId="75436662-7151-4d1f-9973-921be870118f" providerId="ADAL" clId="{899350E2-5B15-43FE-B113-EFDCAACAABA3}" dt="2025-12-01T18:12:47.852" v="26" actId="47"/>
        <pc:sldMkLst>
          <pc:docMk/>
          <pc:sldMk cId="740107280" sldId="258"/>
        </pc:sldMkLst>
      </pc:sldChg>
      <pc:sldChg chg="del">
        <pc:chgData name="Rahman, S M Atikur" userId="75436662-7151-4d1f-9973-921be870118f" providerId="ADAL" clId="{899350E2-5B15-43FE-B113-EFDCAACAABA3}" dt="2025-12-01T18:12:49.325" v="27" actId="47"/>
        <pc:sldMkLst>
          <pc:docMk/>
          <pc:sldMk cId="3533358171" sldId="262"/>
        </pc:sldMkLst>
      </pc:sldChg>
      <pc:sldChg chg="del">
        <pc:chgData name="Rahman, S M Atikur" userId="75436662-7151-4d1f-9973-921be870118f" providerId="ADAL" clId="{899350E2-5B15-43FE-B113-EFDCAACAABA3}" dt="2025-12-01T18:13:04.757" v="40" actId="47"/>
        <pc:sldMkLst>
          <pc:docMk/>
          <pc:sldMk cId="2646974626" sldId="263"/>
        </pc:sldMkLst>
      </pc:sldChg>
      <pc:sldChg chg="del">
        <pc:chgData name="Rahman, S M Atikur" userId="75436662-7151-4d1f-9973-921be870118f" providerId="ADAL" clId="{899350E2-5B15-43FE-B113-EFDCAACAABA3}" dt="2025-12-01T18:13:03.691" v="39" actId="47"/>
        <pc:sldMkLst>
          <pc:docMk/>
          <pc:sldMk cId="3577549946" sldId="264"/>
        </pc:sldMkLst>
      </pc:sldChg>
      <pc:sldChg chg="del">
        <pc:chgData name="Rahman, S M Atikur" userId="75436662-7151-4d1f-9973-921be870118f" providerId="ADAL" clId="{899350E2-5B15-43FE-B113-EFDCAACAABA3}" dt="2025-12-01T18:13:13.719" v="47" actId="47"/>
        <pc:sldMkLst>
          <pc:docMk/>
          <pc:sldMk cId="301700972" sldId="267"/>
        </pc:sldMkLst>
      </pc:sldChg>
      <pc:sldChg chg="del">
        <pc:chgData name="Rahman, S M Atikur" userId="75436662-7151-4d1f-9973-921be870118f" providerId="ADAL" clId="{899350E2-5B15-43FE-B113-EFDCAACAABA3}" dt="2025-12-01T18:13:14.677" v="48" actId="47"/>
        <pc:sldMkLst>
          <pc:docMk/>
          <pc:sldMk cId="4222296288" sldId="268"/>
        </pc:sldMkLst>
      </pc:sldChg>
      <pc:sldChg chg="del">
        <pc:chgData name="Rahman, S M Atikur" userId="75436662-7151-4d1f-9973-921be870118f" providerId="ADAL" clId="{899350E2-5B15-43FE-B113-EFDCAACAABA3}" dt="2025-12-01T18:13:06.040" v="41" actId="47"/>
        <pc:sldMkLst>
          <pc:docMk/>
          <pc:sldMk cId="1095015084" sldId="269"/>
        </pc:sldMkLst>
      </pc:sldChg>
      <pc:sldChg chg="del">
        <pc:chgData name="Rahman, S M Atikur" userId="75436662-7151-4d1f-9973-921be870118f" providerId="ADAL" clId="{899350E2-5B15-43FE-B113-EFDCAACAABA3}" dt="2025-12-01T18:13:08.735" v="43" actId="47"/>
        <pc:sldMkLst>
          <pc:docMk/>
          <pc:sldMk cId="3532098303" sldId="276"/>
        </pc:sldMkLst>
      </pc:sldChg>
      <pc:sldChg chg="del">
        <pc:chgData name="Rahman, S M Atikur" userId="75436662-7151-4d1f-9973-921be870118f" providerId="ADAL" clId="{899350E2-5B15-43FE-B113-EFDCAACAABA3}" dt="2025-12-01T18:12:50.485" v="28" actId="47"/>
        <pc:sldMkLst>
          <pc:docMk/>
          <pc:sldMk cId="3450153708" sldId="278"/>
        </pc:sldMkLst>
      </pc:sldChg>
      <pc:sldChg chg="del">
        <pc:chgData name="Rahman, S M Atikur" userId="75436662-7151-4d1f-9973-921be870118f" providerId="ADAL" clId="{899350E2-5B15-43FE-B113-EFDCAACAABA3}" dt="2025-12-01T18:12:43.257" v="22" actId="47"/>
        <pc:sldMkLst>
          <pc:docMk/>
          <pc:sldMk cId="2361288295" sldId="281"/>
        </pc:sldMkLst>
      </pc:sldChg>
      <pc:sldChg chg="del">
        <pc:chgData name="Rahman, S M Atikur" userId="75436662-7151-4d1f-9973-921be870118f" providerId="ADAL" clId="{899350E2-5B15-43FE-B113-EFDCAACAABA3}" dt="2025-12-01T18:12:44.470" v="23" actId="47"/>
        <pc:sldMkLst>
          <pc:docMk/>
          <pc:sldMk cId="849214133" sldId="282"/>
        </pc:sldMkLst>
      </pc:sldChg>
      <pc:sldChg chg="del">
        <pc:chgData name="Rahman, S M Atikur" userId="75436662-7151-4d1f-9973-921be870118f" providerId="ADAL" clId="{899350E2-5B15-43FE-B113-EFDCAACAABA3}" dt="2025-12-01T18:13:07.136" v="42" actId="47"/>
        <pc:sldMkLst>
          <pc:docMk/>
          <pc:sldMk cId="4112668353" sldId="285"/>
        </pc:sldMkLst>
      </pc:sldChg>
      <pc:sldChg chg="del">
        <pc:chgData name="Rahman, S M Atikur" userId="75436662-7151-4d1f-9973-921be870118f" providerId="ADAL" clId="{899350E2-5B15-43FE-B113-EFDCAACAABA3}" dt="2025-12-01T18:12:45.516" v="24" actId="47"/>
        <pc:sldMkLst>
          <pc:docMk/>
          <pc:sldMk cId="841792308" sldId="286"/>
        </pc:sldMkLst>
      </pc:sldChg>
      <pc:sldChg chg="del">
        <pc:chgData name="Rahman, S M Atikur" userId="75436662-7151-4d1f-9973-921be870118f" providerId="ADAL" clId="{899350E2-5B15-43FE-B113-EFDCAACAABA3}" dt="2025-12-01T18:12:46.647" v="25" actId="47"/>
        <pc:sldMkLst>
          <pc:docMk/>
          <pc:sldMk cId="4218609674" sldId="287"/>
        </pc:sldMkLst>
      </pc:sldChg>
      <pc:sldChg chg="del">
        <pc:chgData name="Rahman, S M Atikur" userId="75436662-7151-4d1f-9973-921be870118f" providerId="ADAL" clId="{899350E2-5B15-43FE-B113-EFDCAACAABA3}" dt="2025-12-01T18:11:09.113" v="0" actId="47"/>
        <pc:sldMkLst>
          <pc:docMk/>
          <pc:sldMk cId="127166636" sldId="288"/>
        </pc:sldMkLst>
      </pc:sldChg>
      <pc:sldChg chg="del">
        <pc:chgData name="Rahman, S M Atikur" userId="75436662-7151-4d1f-9973-921be870118f" providerId="ADAL" clId="{899350E2-5B15-43FE-B113-EFDCAACAABA3}" dt="2025-12-01T18:13:10.132" v="44" actId="47"/>
        <pc:sldMkLst>
          <pc:docMk/>
          <pc:sldMk cId="3478121240" sldId="289"/>
        </pc:sldMkLst>
      </pc:sldChg>
      <pc:sldChg chg="del">
        <pc:chgData name="Rahman, S M Atikur" userId="75436662-7151-4d1f-9973-921be870118f" providerId="ADAL" clId="{899350E2-5B15-43FE-B113-EFDCAACAABA3}" dt="2025-12-01T18:11:11.649" v="1" actId="47"/>
        <pc:sldMkLst>
          <pc:docMk/>
          <pc:sldMk cId="1499152939" sldId="290"/>
        </pc:sldMkLst>
      </pc:sldChg>
      <pc:sldChg chg="del">
        <pc:chgData name="Rahman, S M Atikur" userId="75436662-7151-4d1f-9973-921be870118f" providerId="ADAL" clId="{899350E2-5B15-43FE-B113-EFDCAACAABA3}" dt="2025-12-01T18:12:57.337" v="34" actId="47"/>
        <pc:sldMkLst>
          <pc:docMk/>
          <pc:sldMk cId="3602191121" sldId="291"/>
        </pc:sldMkLst>
      </pc:sldChg>
      <pc:sldChg chg="del">
        <pc:chgData name="Rahman, S M Atikur" userId="75436662-7151-4d1f-9973-921be870118f" providerId="ADAL" clId="{899350E2-5B15-43FE-B113-EFDCAACAABA3}" dt="2025-12-01T18:12:59.759" v="36" actId="47"/>
        <pc:sldMkLst>
          <pc:docMk/>
          <pc:sldMk cId="2680894743" sldId="292"/>
        </pc:sldMkLst>
      </pc:sldChg>
      <pc:sldChg chg="del">
        <pc:chgData name="Rahman, S M Atikur" userId="75436662-7151-4d1f-9973-921be870118f" providerId="ADAL" clId="{899350E2-5B15-43FE-B113-EFDCAACAABA3}" dt="2025-12-01T18:12:58.728" v="35" actId="47"/>
        <pc:sldMkLst>
          <pc:docMk/>
          <pc:sldMk cId="2764045286" sldId="293"/>
        </pc:sldMkLst>
      </pc:sldChg>
      <pc:sldChg chg="del">
        <pc:chgData name="Rahman, S M Atikur" userId="75436662-7151-4d1f-9973-921be870118f" providerId="ADAL" clId="{899350E2-5B15-43FE-B113-EFDCAACAABA3}" dt="2025-12-01T18:13:11.207" v="45" actId="47"/>
        <pc:sldMkLst>
          <pc:docMk/>
          <pc:sldMk cId="2216155454" sldId="294"/>
        </pc:sldMkLst>
      </pc:sldChg>
      <pc:sldChg chg="del">
        <pc:chgData name="Rahman, S M Atikur" userId="75436662-7151-4d1f-9973-921be870118f" providerId="ADAL" clId="{899350E2-5B15-43FE-B113-EFDCAACAABA3}" dt="2025-12-01T18:13:12.520" v="46" actId="47"/>
        <pc:sldMkLst>
          <pc:docMk/>
          <pc:sldMk cId="717560342" sldId="295"/>
        </pc:sldMkLst>
      </pc:sldChg>
      <pc:sldChg chg="del">
        <pc:chgData name="Rahman, S M Atikur" userId="75436662-7151-4d1f-9973-921be870118f" providerId="ADAL" clId="{899350E2-5B15-43FE-B113-EFDCAACAABA3}" dt="2025-12-01T18:13:00.645" v="37" actId="47"/>
        <pc:sldMkLst>
          <pc:docMk/>
          <pc:sldMk cId="4052138914" sldId="296"/>
        </pc:sldMkLst>
      </pc:sldChg>
      <pc:sldChg chg="addSp delSp modSp mod ord">
        <pc:chgData name="Rahman, S M Atikur" userId="75436662-7151-4d1f-9973-921be870118f" providerId="ADAL" clId="{899350E2-5B15-43FE-B113-EFDCAACAABA3}" dt="2025-12-01T19:16:39.308" v="962"/>
        <pc:sldMkLst>
          <pc:docMk/>
          <pc:sldMk cId="1583147768" sldId="297"/>
        </pc:sldMkLst>
        <pc:spChg chg="add del mod">
          <ac:chgData name="Rahman, S M Atikur" userId="75436662-7151-4d1f-9973-921be870118f" providerId="ADAL" clId="{899350E2-5B15-43FE-B113-EFDCAACAABA3}" dt="2025-12-01T19:16:37.576" v="961" actId="478"/>
          <ac:spMkLst>
            <pc:docMk/>
            <pc:sldMk cId="1583147768" sldId="297"/>
            <ac:spMk id="5" creationId="{F2214E5E-E008-6717-2478-3A0EECFCFB7C}"/>
          </ac:spMkLst>
        </pc:spChg>
        <pc:spChg chg="add mod">
          <ac:chgData name="Rahman, S M Atikur" userId="75436662-7151-4d1f-9973-921be870118f" providerId="ADAL" clId="{899350E2-5B15-43FE-B113-EFDCAACAABA3}" dt="2025-12-01T19:02:13.002" v="708" actId="14100"/>
          <ac:spMkLst>
            <pc:docMk/>
            <pc:sldMk cId="1583147768" sldId="297"/>
            <ac:spMk id="9" creationId="{5087A22A-0B50-A4EF-9C9B-3E53C7ECBF57}"/>
          </ac:spMkLst>
        </pc:spChg>
        <pc:spChg chg="add mod">
          <ac:chgData name="Rahman, S M Atikur" userId="75436662-7151-4d1f-9973-921be870118f" providerId="ADAL" clId="{899350E2-5B15-43FE-B113-EFDCAACAABA3}" dt="2025-12-01T19:16:39.308" v="962"/>
          <ac:spMkLst>
            <pc:docMk/>
            <pc:sldMk cId="1583147768" sldId="297"/>
            <ac:spMk id="10" creationId="{38B66FCD-61C4-1B97-C632-B10DB37CEC92}"/>
          </ac:spMkLst>
        </pc:spChg>
        <pc:graphicFrameChg chg="add del mod">
          <ac:chgData name="Rahman, S M Atikur" userId="75436662-7151-4d1f-9973-921be870118f" providerId="ADAL" clId="{899350E2-5B15-43FE-B113-EFDCAACAABA3}" dt="2025-12-01T18:37:09.051" v="374"/>
          <ac:graphicFrameMkLst>
            <pc:docMk/>
            <pc:sldMk cId="1583147768" sldId="297"/>
            <ac:graphicFrameMk id="3" creationId="{6E2D2C2B-81E4-8B60-613C-F2E92CB47E43}"/>
          </ac:graphicFrameMkLst>
        </pc:graphicFrameChg>
        <pc:picChg chg="add mod">
          <ac:chgData name="Rahman, S M Atikur" userId="75436662-7151-4d1f-9973-921be870118f" providerId="ADAL" clId="{899350E2-5B15-43FE-B113-EFDCAACAABA3}" dt="2025-12-01T19:01:32.769" v="698" actId="1076"/>
          <ac:picMkLst>
            <pc:docMk/>
            <pc:sldMk cId="1583147768" sldId="297"/>
            <ac:picMk id="2" creationId="{E790D07B-5FA0-09A5-E897-A1607B1FF361}"/>
          </ac:picMkLst>
        </pc:picChg>
        <pc:picChg chg="add mod">
          <ac:chgData name="Rahman, S M Atikur" userId="75436662-7151-4d1f-9973-921be870118f" providerId="ADAL" clId="{899350E2-5B15-43FE-B113-EFDCAACAABA3}" dt="2025-12-01T19:01:35.720" v="699" actId="1076"/>
          <ac:picMkLst>
            <pc:docMk/>
            <pc:sldMk cId="1583147768" sldId="297"/>
            <ac:picMk id="7" creationId="{462CADB7-E3E4-2875-43B5-820E0A972BF4}"/>
          </ac:picMkLst>
        </pc:picChg>
      </pc:sldChg>
      <pc:sldChg chg="del">
        <pc:chgData name="Rahman, S M Atikur" userId="75436662-7151-4d1f-9973-921be870118f" providerId="ADAL" clId="{899350E2-5B15-43FE-B113-EFDCAACAABA3}" dt="2025-12-01T18:13:01.908" v="38" actId="47"/>
        <pc:sldMkLst>
          <pc:docMk/>
          <pc:sldMk cId="897785804" sldId="298"/>
        </pc:sldMkLst>
      </pc:sldChg>
      <pc:sldChg chg="del">
        <pc:chgData name="Rahman, S M Atikur" userId="75436662-7151-4d1f-9973-921be870118f" providerId="ADAL" clId="{899350E2-5B15-43FE-B113-EFDCAACAABA3}" dt="2025-12-01T18:12:52.825" v="30" actId="47"/>
        <pc:sldMkLst>
          <pc:docMk/>
          <pc:sldMk cId="106075147" sldId="299"/>
        </pc:sldMkLst>
      </pc:sldChg>
      <pc:sldChg chg="del">
        <pc:chgData name="Rahman, S M Atikur" userId="75436662-7151-4d1f-9973-921be870118f" providerId="ADAL" clId="{899350E2-5B15-43FE-B113-EFDCAACAABA3}" dt="2025-12-01T18:12:56.186" v="33" actId="47"/>
        <pc:sldMkLst>
          <pc:docMk/>
          <pc:sldMk cId="587892138" sldId="300"/>
        </pc:sldMkLst>
      </pc:sldChg>
      <pc:sldChg chg="del">
        <pc:chgData name="Rahman, S M Atikur" userId="75436662-7151-4d1f-9973-921be870118f" providerId="ADAL" clId="{899350E2-5B15-43FE-B113-EFDCAACAABA3}" dt="2025-12-01T18:11:14.298" v="2" actId="47"/>
        <pc:sldMkLst>
          <pc:docMk/>
          <pc:sldMk cId="2529058743" sldId="301"/>
        </pc:sldMkLst>
      </pc:sldChg>
      <pc:sldChg chg="del">
        <pc:chgData name="Rahman, S M Atikur" userId="75436662-7151-4d1f-9973-921be870118f" providerId="ADAL" clId="{899350E2-5B15-43FE-B113-EFDCAACAABA3}" dt="2025-12-01T18:12:53.847" v="31" actId="47"/>
        <pc:sldMkLst>
          <pc:docMk/>
          <pc:sldMk cId="1468675306" sldId="302"/>
        </pc:sldMkLst>
      </pc:sldChg>
      <pc:sldChg chg="del">
        <pc:chgData name="Rahman, S M Atikur" userId="75436662-7151-4d1f-9973-921be870118f" providerId="ADAL" clId="{899350E2-5B15-43FE-B113-EFDCAACAABA3}" dt="2025-12-01T18:12:54.789" v="32" actId="47"/>
        <pc:sldMkLst>
          <pc:docMk/>
          <pc:sldMk cId="1269853127" sldId="303"/>
        </pc:sldMkLst>
      </pc:sldChg>
      <pc:sldChg chg="addSp delSp modSp mod">
        <pc:chgData name="Rahman, S M Atikur" userId="75436662-7151-4d1f-9973-921be870118f" providerId="ADAL" clId="{899350E2-5B15-43FE-B113-EFDCAACAABA3}" dt="2025-12-01T21:01:29.550" v="976" actId="1076"/>
        <pc:sldMkLst>
          <pc:docMk/>
          <pc:sldMk cId="3100138918" sldId="304"/>
        </pc:sldMkLst>
        <pc:spChg chg="add mod">
          <ac:chgData name="Rahman, S M Atikur" userId="75436662-7151-4d1f-9973-921be870118f" providerId="ADAL" clId="{899350E2-5B15-43FE-B113-EFDCAACAABA3}" dt="2025-12-01T19:04:57.824" v="739" actId="1076"/>
          <ac:spMkLst>
            <pc:docMk/>
            <pc:sldMk cId="3100138918" sldId="304"/>
            <ac:spMk id="2" creationId="{94CFBDA3-E462-4838-112A-522B4956341B}"/>
          </ac:spMkLst>
        </pc:spChg>
        <pc:spChg chg="add mod">
          <ac:chgData name="Rahman, S M Atikur" userId="75436662-7151-4d1f-9973-921be870118f" providerId="ADAL" clId="{899350E2-5B15-43FE-B113-EFDCAACAABA3}" dt="2025-12-01T21:01:29.550" v="976" actId="1076"/>
          <ac:spMkLst>
            <pc:docMk/>
            <pc:sldMk cId="3100138918" sldId="304"/>
            <ac:spMk id="4" creationId="{BFF24550-ADD0-3B01-D59A-A5E0DCB7551E}"/>
          </ac:spMkLst>
        </pc:spChg>
        <pc:spChg chg="del">
          <ac:chgData name="Rahman, S M Atikur" userId="75436662-7151-4d1f-9973-921be870118f" providerId="ADAL" clId="{899350E2-5B15-43FE-B113-EFDCAACAABA3}" dt="2025-12-01T18:12:11.638" v="10" actId="478"/>
          <ac:spMkLst>
            <pc:docMk/>
            <pc:sldMk cId="3100138918" sldId="304"/>
            <ac:spMk id="5" creationId="{4AEB26C8-14E3-B219-7C6D-60540E7D73F3}"/>
          </ac:spMkLst>
        </pc:spChg>
        <pc:spChg chg="del">
          <ac:chgData name="Rahman, S M Atikur" userId="75436662-7151-4d1f-9973-921be870118f" providerId="ADAL" clId="{899350E2-5B15-43FE-B113-EFDCAACAABA3}" dt="2025-12-01T18:12:08.546" v="8" actId="478"/>
          <ac:spMkLst>
            <pc:docMk/>
            <pc:sldMk cId="3100138918" sldId="304"/>
            <ac:spMk id="6" creationId="{B1D6F861-8A65-8AF0-619E-8DAD822FC054}"/>
          </ac:spMkLst>
        </pc:spChg>
        <pc:spChg chg="del">
          <ac:chgData name="Rahman, S M Atikur" userId="75436662-7151-4d1f-9973-921be870118f" providerId="ADAL" clId="{899350E2-5B15-43FE-B113-EFDCAACAABA3}" dt="2025-12-01T18:12:10.350" v="9" actId="478"/>
          <ac:spMkLst>
            <pc:docMk/>
            <pc:sldMk cId="3100138918" sldId="304"/>
            <ac:spMk id="8" creationId="{E10840DC-1DB2-3BED-4B99-E54E3C3E6544}"/>
          </ac:spMkLst>
        </pc:spChg>
        <pc:graphicFrameChg chg="add del mod">
          <ac:chgData name="Rahman, S M Atikur" userId="75436662-7151-4d1f-9973-921be870118f" providerId="ADAL" clId="{899350E2-5B15-43FE-B113-EFDCAACAABA3}" dt="2025-12-01T18:23:26.253" v="142"/>
          <ac:graphicFrameMkLst>
            <pc:docMk/>
            <pc:sldMk cId="3100138918" sldId="304"/>
            <ac:graphicFrameMk id="7" creationId="{0257472F-C8B5-C8DE-76D6-4D83419E3401}"/>
          </ac:graphicFrameMkLst>
        </pc:graphicFrameChg>
        <pc:graphicFrameChg chg="add del mod">
          <ac:chgData name="Rahman, S M Atikur" userId="75436662-7151-4d1f-9973-921be870118f" providerId="ADAL" clId="{899350E2-5B15-43FE-B113-EFDCAACAABA3}" dt="2025-12-01T18:23:42.444" v="149"/>
          <ac:graphicFrameMkLst>
            <pc:docMk/>
            <pc:sldMk cId="3100138918" sldId="304"/>
            <ac:graphicFrameMk id="9" creationId="{E932DB17-50EE-898B-8F0F-F79C239EC78D}"/>
          </ac:graphicFrameMkLst>
        </pc:graphicFrameChg>
        <pc:graphicFrameChg chg="add del mod">
          <ac:chgData name="Rahman, S M Atikur" userId="75436662-7151-4d1f-9973-921be870118f" providerId="ADAL" clId="{899350E2-5B15-43FE-B113-EFDCAACAABA3}" dt="2025-12-01T18:24:55.337" v="159"/>
          <ac:graphicFrameMkLst>
            <pc:docMk/>
            <pc:sldMk cId="3100138918" sldId="304"/>
            <ac:graphicFrameMk id="10" creationId="{650DA2DA-713C-943A-05CE-2A64A8128539}"/>
          </ac:graphicFrameMkLst>
        </pc:graphicFrameChg>
      </pc:sldChg>
      <pc:sldChg chg="addSp delSp modSp mod">
        <pc:chgData name="Rahman, S M Atikur" userId="75436662-7151-4d1f-9973-921be870118f" providerId="ADAL" clId="{899350E2-5B15-43FE-B113-EFDCAACAABA3}" dt="2025-12-01T19:13:06.783" v="849" actId="404"/>
        <pc:sldMkLst>
          <pc:docMk/>
          <pc:sldMk cId="1302997425" sldId="305"/>
        </pc:sldMkLst>
        <pc:spChg chg="del">
          <ac:chgData name="Rahman, S M Atikur" userId="75436662-7151-4d1f-9973-921be870118f" providerId="ADAL" clId="{899350E2-5B15-43FE-B113-EFDCAACAABA3}" dt="2025-12-01T18:12:30.320" v="15" actId="478"/>
          <ac:spMkLst>
            <pc:docMk/>
            <pc:sldMk cId="1302997425" sldId="305"/>
            <ac:spMk id="4" creationId="{31D3E91D-6F92-5C00-F840-BC0800FA7E71}"/>
          </ac:spMkLst>
        </pc:spChg>
        <pc:spChg chg="del">
          <ac:chgData name="Rahman, S M Atikur" userId="75436662-7151-4d1f-9973-921be870118f" providerId="ADAL" clId="{899350E2-5B15-43FE-B113-EFDCAACAABA3}" dt="2025-12-01T18:12:31.931" v="16" actId="478"/>
          <ac:spMkLst>
            <pc:docMk/>
            <pc:sldMk cId="1302997425" sldId="305"/>
            <ac:spMk id="5" creationId="{6E5F3539-24CC-2F6E-E58A-7D77E7707D21}"/>
          </ac:spMkLst>
        </pc:spChg>
        <pc:spChg chg="add del mod">
          <ac:chgData name="Rahman, S M Atikur" userId="75436662-7151-4d1f-9973-921be870118f" providerId="ADAL" clId="{899350E2-5B15-43FE-B113-EFDCAACAABA3}" dt="2025-12-01T18:55:42.557" v="618" actId="21"/>
          <ac:spMkLst>
            <pc:docMk/>
            <pc:sldMk cId="1302997425" sldId="305"/>
            <ac:spMk id="7" creationId="{85E84857-84A6-2BBD-D2E7-6E224A39632E}"/>
          </ac:spMkLst>
        </pc:spChg>
        <pc:spChg chg="add mod">
          <ac:chgData name="Rahman, S M Atikur" userId="75436662-7151-4d1f-9973-921be870118f" providerId="ADAL" clId="{899350E2-5B15-43FE-B113-EFDCAACAABA3}" dt="2025-12-01T19:13:06.783" v="849" actId="404"/>
          <ac:spMkLst>
            <pc:docMk/>
            <pc:sldMk cId="1302997425" sldId="305"/>
            <ac:spMk id="8" creationId="{4AFCCB7C-D14E-DA72-F0F8-486A00CABE98}"/>
          </ac:spMkLst>
        </pc:spChg>
        <pc:spChg chg="del">
          <ac:chgData name="Rahman, S M Atikur" userId="75436662-7151-4d1f-9973-921be870118f" providerId="ADAL" clId="{899350E2-5B15-43FE-B113-EFDCAACAABA3}" dt="2025-12-01T18:12:28.943" v="14" actId="478"/>
          <ac:spMkLst>
            <pc:docMk/>
            <pc:sldMk cId="1302997425" sldId="305"/>
            <ac:spMk id="10" creationId="{DBBC17D3-DAAB-1B11-724D-7717DA7CF6E8}"/>
          </ac:spMkLst>
        </pc:spChg>
        <pc:spChg chg="add del">
          <ac:chgData name="Rahman, S M Atikur" userId="75436662-7151-4d1f-9973-921be870118f" providerId="ADAL" clId="{899350E2-5B15-43FE-B113-EFDCAACAABA3}" dt="2025-12-01T18:55:33.594" v="617" actId="22"/>
          <ac:spMkLst>
            <pc:docMk/>
            <pc:sldMk cId="1302997425" sldId="305"/>
            <ac:spMk id="11" creationId="{1DDB4A9D-A5C8-103A-A3D4-B7327359158E}"/>
          </ac:spMkLst>
        </pc:spChg>
        <pc:spChg chg="add mod">
          <ac:chgData name="Rahman, S M Atikur" userId="75436662-7151-4d1f-9973-921be870118f" providerId="ADAL" clId="{899350E2-5B15-43FE-B113-EFDCAACAABA3}" dt="2025-12-01T19:01:09.926" v="697" actId="14100"/>
          <ac:spMkLst>
            <pc:docMk/>
            <pc:sldMk cId="1302997425" sldId="305"/>
            <ac:spMk id="13" creationId="{5F1F8470-DA19-FC41-0575-33B0ADB6ACFA}"/>
          </ac:spMkLst>
        </pc:spChg>
        <pc:spChg chg="add mod">
          <ac:chgData name="Rahman, S M Atikur" userId="75436662-7151-4d1f-9973-921be870118f" providerId="ADAL" clId="{899350E2-5B15-43FE-B113-EFDCAACAABA3}" dt="2025-12-01T19:00:57.420" v="695" actId="14100"/>
          <ac:spMkLst>
            <pc:docMk/>
            <pc:sldMk cId="1302997425" sldId="305"/>
            <ac:spMk id="17" creationId="{161881B3-AE9A-8770-71A2-C5CB4CCB998E}"/>
          </ac:spMkLst>
        </pc:spChg>
        <pc:spChg chg="add mod">
          <ac:chgData name="Rahman, S M Atikur" userId="75436662-7151-4d1f-9973-921be870118f" providerId="ADAL" clId="{899350E2-5B15-43FE-B113-EFDCAACAABA3}" dt="2025-12-01T18:57:58.846" v="653" actId="20577"/>
          <ac:spMkLst>
            <pc:docMk/>
            <pc:sldMk cId="1302997425" sldId="305"/>
            <ac:spMk id="19" creationId="{11037850-C0AF-0C7C-5A0E-37BB208B4B68}"/>
          </ac:spMkLst>
        </pc:spChg>
        <pc:graphicFrameChg chg="add del mod">
          <ac:chgData name="Rahman, S M Atikur" userId="75436662-7151-4d1f-9973-921be870118f" providerId="ADAL" clId="{899350E2-5B15-43FE-B113-EFDCAACAABA3}" dt="2025-12-01T18:32:11.521" v="316"/>
          <ac:graphicFrameMkLst>
            <pc:docMk/>
            <pc:sldMk cId="1302997425" sldId="305"/>
            <ac:graphicFrameMk id="3" creationId="{1920465D-8D76-245E-4279-0CA1CCD6C3E5}"/>
          </ac:graphicFrameMkLst>
        </pc:graphicFrameChg>
        <pc:picChg chg="add del mod">
          <ac:chgData name="Rahman, S M Atikur" userId="75436662-7151-4d1f-9973-921be870118f" providerId="ADAL" clId="{899350E2-5B15-43FE-B113-EFDCAACAABA3}" dt="2025-12-01T18:54:23.854" v="601" actId="21"/>
          <ac:picMkLst>
            <pc:docMk/>
            <pc:sldMk cId="1302997425" sldId="305"/>
            <ac:picMk id="2" creationId="{7D7F55A2-8353-3560-4DE7-84C65417FC5B}"/>
          </ac:picMkLst>
        </pc:picChg>
        <pc:picChg chg="add mod">
          <ac:chgData name="Rahman, S M Atikur" userId="75436662-7151-4d1f-9973-921be870118f" providerId="ADAL" clId="{899350E2-5B15-43FE-B113-EFDCAACAABA3}" dt="2025-12-01T19:01:07.135" v="696" actId="1076"/>
          <ac:picMkLst>
            <pc:docMk/>
            <pc:sldMk cId="1302997425" sldId="305"/>
            <ac:picMk id="15" creationId="{D10A98DB-5976-0206-2BA2-9669C6779AC1}"/>
          </ac:picMkLst>
        </pc:picChg>
        <pc:picChg chg="add">
          <ac:chgData name="Rahman, S M Atikur" userId="75436662-7151-4d1f-9973-921be870118f" providerId="ADAL" clId="{899350E2-5B15-43FE-B113-EFDCAACAABA3}" dt="2025-12-01T18:57:51.667" v="649"/>
          <ac:picMkLst>
            <pc:docMk/>
            <pc:sldMk cId="1302997425" sldId="305"/>
            <ac:picMk id="18" creationId="{3764A6DE-8C5C-B9F1-EEBE-F0E749CF05AD}"/>
          </ac:picMkLst>
        </pc:picChg>
      </pc:sldChg>
      <pc:sldChg chg="addSp delSp modSp mod">
        <pc:chgData name="Rahman, S M Atikur" userId="75436662-7151-4d1f-9973-921be870118f" providerId="ADAL" clId="{899350E2-5B15-43FE-B113-EFDCAACAABA3}" dt="2025-12-01T19:13:47.119" v="882" actId="113"/>
        <pc:sldMkLst>
          <pc:docMk/>
          <pc:sldMk cId="158496948" sldId="306"/>
        </pc:sldMkLst>
        <pc:spChg chg="add mod">
          <ac:chgData name="Rahman, S M Atikur" userId="75436662-7151-4d1f-9973-921be870118f" providerId="ADAL" clId="{899350E2-5B15-43FE-B113-EFDCAACAABA3}" dt="2025-12-01T19:13:47.119" v="882" actId="113"/>
          <ac:spMkLst>
            <pc:docMk/>
            <pc:sldMk cId="158496948" sldId="306"/>
            <ac:spMk id="3" creationId="{661E0B53-A747-4DD9-0922-992C7AB56ABA}"/>
          </ac:spMkLst>
        </pc:spChg>
        <pc:spChg chg="del">
          <ac:chgData name="Rahman, S M Atikur" userId="75436662-7151-4d1f-9973-921be870118f" providerId="ADAL" clId="{899350E2-5B15-43FE-B113-EFDCAACAABA3}" dt="2025-12-01T18:12:25.101" v="13" actId="478"/>
          <ac:spMkLst>
            <pc:docMk/>
            <pc:sldMk cId="158496948" sldId="306"/>
            <ac:spMk id="4" creationId="{8E7C91A1-8388-EDBA-A382-32EBD23B5BD1}"/>
          </ac:spMkLst>
        </pc:spChg>
        <pc:spChg chg="del">
          <ac:chgData name="Rahman, S M Atikur" userId="75436662-7151-4d1f-9973-921be870118f" providerId="ADAL" clId="{899350E2-5B15-43FE-B113-EFDCAACAABA3}" dt="2025-12-01T18:12:14.563" v="11" actId="478"/>
          <ac:spMkLst>
            <pc:docMk/>
            <pc:sldMk cId="158496948" sldId="306"/>
            <ac:spMk id="7" creationId="{3947CD95-C6EC-AA2A-376D-BDB27D4F2581}"/>
          </ac:spMkLst>
        </pc:spChg>
        <pc:spChg chg="del">
          <ac:chgData name="Rahman, S M Atikur" userId="75436662-7151-4d1f-9973-921be870118f" providerId="ADAL" clId="{899350E2-5B15-43FE-B113-EFDCAACAABA3}" dt="2025-12-01T18:12:23.616" v="12" actId="478"/>
          <ac:spMkLst>
            <pc:docMk/>
            <pc:sldMk cId="158496948" sldId="306"/>
            <ac:spMk id="14" creationId="{F580B605-9649-CC74-8368-74E2F73AA879}"/>
          </ac:spMkLst>
        </pc:spChg>
        <pc:graphicFrameChg chg="add mod">
          <ac:chgData name="Rahman, S M Atikur" userId="75436662-7151-4d1f-9973-921be870118f" providerId="ADAL" clId="{899350E2-5B15-43FE-B113-EFDCAACAABA3}" dt="2025-12-01T19:05:24.496" v="743" actId="1076"/>
          <ac:graphicFrameMkLst>
            <pc:docMk/>
            <pc:sldMk cId="158496948" sldId="306"/>
            <ac:graphicFrameMk id="5" creationId="{8F64721E-2C34-9845-DA58-A26F7BCB90DB}"/>
          </ac:graphicFrameMkLst>
        </pc:graphicFrameChg>
      </pc:sldChg>
      <pc:sldChg chg="addSp delSp modSp mod ord">
        <pc:chgData name="Rahman, S M Atikur" userId="75436662-7151-4d1f-9973-921be870118f" providerId="ADAL" clId="{899350E2-5B15-43FE-B113-EFDCAACAABA3}" dt="2025-12-01T19:07:46.593" v="763" actId="1076"/>
        <pc:sldMkLst>
          <pc:docMk/>
          <pc:sldMk cId="3272889683" sldId="307"/>
        </pc:sldMkLst>
        <pc:spChg chg="add mod">
          <ac:chgData name="Rahman, S M Atikur" userId="75436662-7151-4d1f-9973-921be870118f" providerId="ADAL" clId="{899350E2-5B15-43FE-B113-EFDCAACAABA3}" dt="2025-12-01T19:07:46.593" v="763" actId="1076"/>
          <ac:spMkLst>
            <pc:docMk/>
            <pc:sldMk cId="3272889683" sldId="307"/>
            <ac:spMk id="2" creationId="{4CB6B3AF-C204-787A-6F32-95ECDF4FC060}"/>
          </ac:spMkLst>
        </pc:spChg>
        <pc:spChg chg="del">
          <ac:chgData name="Rahman, S M Atikur" userId="75436662-7151-4d1f-9973-921be870118f" providerId="ADAL" clId="{899350E2-5B15-43FE-B113-EFDCAACAABA3}" dt="2025-12-01T18:12:40.013" v="20" actId="478"/>
          <ac:spMkLst>
            <pc:docMk/>
            <pc:sldMk cId="3272889683" sldId="307"/>
            <ac:spMk id="4" creationId="{428EC4DD-98E8-60EE-1F5B-EA191063CABB}"/>
          </ac:spMkLst>
        </pc:spChg>
        <pc:spChg chg="add mod">
          <ac:chgData name="Rahman, S M Atikur" userId="75436662-7151-4d1f-9973-921be870118f" providerId="ADAL" clId="{899350E2-5B15-43FE-B113-EFDCAACAABA3}" dt="2025-12-01T19:07:37.056" v="758" actId="14100"/>
          <ac:spMkLst>
            <pc:docMk/>
            <pc:sldMk cId="3272889683" sldId="307"/>
            <ac:spMk id="6" creationId="{B7062A3B-EE93-1D4B-A9E2-FF71EC6AB63E}"/>
          </ac:spMkLst>
        </pc:spChg>
        <pc:spChg chg="add mod">
          <ac:chgData name="Rahman, S M Atikur" userId="75436662-7151-4d1f-9973-921be870118f" providerId="ADAL" clId="{899350E2-5B15-43FE-B113-EFDCAACAABA3}" dt="2025-12-01T19:07:28.609" v="756" actId="1076"/>
          <ac:spMkLst>
            <pc:docMk/>
            <pc:sldMk cId="3272889683" sldId="307"/>
            <ac:spMk id="8" creationId="{85E84857-84A6-2BBD-D2E7-6E224A39632E}"/>
          </ac:spMkLst>
        </pc:spChg>
        <pc:picChg chg="del">
          <ac:chgData name="Rahman, S M Atikur" userId="75436662-7151-4d1f-9973-921be870118f" providerId="ADAL" clId="{899350E2-5B15-43FE-B113-EFDCAACAABA3}" dt="2025-12-01T18:12:38.668" v="19" actId="478"/>
          <ac:picMkLst>
            <pc:docMk/>
            <pc:sldMk cId="3272889683" sldId="307"/>
            <ac:picMk id="3" creationId="{D8C10787-F449-A64F-0F66-A7F1903667D5}"/>
          </ac:picMkLst>
        </pc:picChg>
        <pc:picChg chg="add mod">
          <ac:chgData name="Rahman, S M Atikur" userId="75436662-7151-4d1f-9973-921be870118f" providerId="ADAL" clId="{899350E2-5B15-43FE-B113-EFDCAACAABA3}" dt="2025-12-01T19:07:31.385" v="757" actId="14100"/>
          <ac:picMkLst>
            <pc:docMk/>
            <pc:sldMk cId="3272889683" sldId="307"/>
            <ac:picMk id="7" creationId="{1F2ACA7D-4125-BA9F-C39B-336D738AD27D}"/>
          </ac:picMkLst>
        </pc:picChg>
      </pc:sldChg>
      <pc:sldChg chg="del">
        <pc:chgData name="Rahman, S M Atikur" userId="75436662-7151-4d1f-9973-921be870118f" providerId="ADAL" clId="{899350E2-5B15-43FE-B113-EFDCAACAABA3}" dt="2025-12-01T18:12:51.365" v="29" actId="47"/>
        <pc:sldMkLst>
          <pc:docMk/>
          <pc:sldMk cId="1206640288" sldId="308"/>
        </pc:sldMkLst>
      </pc:sldChg>
      <pc:sldChg chg="addSp delSp modSp mod">
        <pc:chgData name="Rahman, S M Atikur" userId="75436662-7151-4d1f-9973-921be870118f" providerId="ADAL" clId="{899350E2-5B15-43FE-B113-EFDCAACAABA3}" dt="2025-12-01T21:00:56.100" v="972"/>
        <pc:sldMkLst>
          <pc:docMk/>
          <pc:sldMk cId="445748674" sldId="309"/>
        </pc:sldMkLst>
        <pc:spChg chg="add mod">
          <ac:chgData name="Rahman, S M Atikur" userId="75436662-7151-4d1f-9973-921be870118f" providerId="ADAL" clId="{899350E2-5B15-43FE-B113-EFDCAACAABA3}" dt="2025-12-01T19:03:50.940" v="728" actId="1076"/>
          <ac:spMkLst>
            <pc:docMk/>
            <pc:sldMk cId="445748674" sldId="309"/>
            <ac:spMk id="2" creationId="{24F98175-B58B-F3AA-F751-F33D70DD22DB}"/>
          </ac:spMkLst>
        </pc:spChg>
        <pc:spChg chg="del">
          <ac:chgData name="Rahman, S M Atikur" userId="75436662-7151-4d1f-9973-921be870118f" providerId="ADAL" clId="{899350E2-5B15-43FE-B113-EFDCAACAABA3}" dt="2025-12-01T18:12:04.775" v="7" actId="478"/>
          <ac:spMkLst>
            <pc:docMk/>
            <pc:sldMk cId="445748674" sldId="309"/>
            <ac:spMk id="4" creationId="{79E96863-3CBD-CBEF-D004-AF39C0C7F3BC}"/>
          </ac:spMkLst>
        </pc:spChg>
        <pc:spChg chg="add mod">
          <ac:chgData name="Rahman, S M Atikur" userId="75436662-7151-4d1f-9973-921be870118f" providerId="ADAL" clId="{899350E2-5B15-43FE-B113-EFDCAACAABA3}" dt="2025-12-01T21:00:56.100" v="972"/>
          <ac:spMkLst>
            <pc:docMk/>
            <pc:sldMk cId="445748674" sldId="309"/>
            <ac:spMk id="5" creationId="{1EDBBEB7-0392-C509-488F-E1ACDB1B5131}"/>
          </ac:spMkLst>
        </pc:spChg>
        <pc:spChg chg="del">
          <ac:chgData name="Rahman, S M Atikur" userId="75436662-7151-4d1f-9973-921be870118f" providerId="ADAL" clId="{899350E2-5B15-43FE-B113-EFDCAACAABA3}" dt="2025-12-01T18:12:02.862" v="6" actId="478"/>
          <ac:spMkLst>
            <pc:docMk/>
            <pc:sldMk cId="445748674" sldId="309"/>
            <ac:spMk id="7" creationId="{90690021-09E7-E0D5-FE66-E48BB5CAFC82}"/>
          </ac:spMkLst>
        </pc:spChg>
        <pc:spChg chg="del">
          <ac:chgData name="Rahman, S M Atikur" userId="75436662-7151-4d1f-9973-921be870118f" providerId="ADAL" clId="{899350E2-5B15-43FE-B113-EFDCAACAABA3}" dt="2025-12-01T18:12:01.089" v="5" actId="478"/>
          <ac:spMkLst>
            <pc:docMk/>
            <pc:sldMk cId="445748674" sldId="309"/>
            <ac:spMk id="8" creationId="{D4EE7A33-C912-0F33-55C2-3722685CE117}"/>
          </ac:spMkLst>
        </pc:spChg>
        <pc:picChg chg="del">
          <ac:chgData name="Rahman, S M Atikur" userId="75436662-7151-4d1f-9973-921be870118f" providerId="ADAL" clId="{899350E2-5B15-43FE-B113-EFDCAACAABA3}" dt="2025-12-01T18:11:58.615" v="4" actId="478"/>
          <ac:picMkLst>
            <pc:docMk/>
            <pc:sldMk cId="445748674" sldId="309"/>
            <ac:picMk id="3" creationId="{CA45BD6E-3CBA-F035-2D62-593BDEA73FC5}"/>
          </ac:picMkLst>
        </pc:picChg>
        <pc:picChg chg="del">
          <ac:chgData name="Rahman, S M Atikur" userId="75436662-7151-4d1f-9973-921be870118f" providerId="ADAL" clId="{899350E2-5B15-43FE-B113-EFDCAACAABA3}" dt="2025-12-01T18:11:57.614" v="3" actId="478"/>
          <ac:picMkLst>
            <pc:docMk/>
            <pc:sldMk cId="445748674" sldId="309"/>
            <ac:picMk id="6" creationId="{35266403-2DDD-F6E4-EAD1-AD94A826DD1C}"/>
          </ac:picMkLst>
        </pc:picChg>
      </pc:sldChg>
      <pc:sldChg chg="addSp delSp modSp mod">
        <pc:chgData name="Rahman, S M Atikur" userId="75436662-7151-4d1f-9973-921be870118f" providerId="ADAL" clId="{899350E2-5B15-43FE-B113-EFDCAACAABA3}" dt="2025-12-01T21:02:36.078" v="992" actId="1076"/>
        <pc:sldMkLst>
          <pc:docMk/>
          <pc:sldMk cId="3936356490" sldId="310"/>
        </pc:sldMkLst>
        <pc:spChg chg="add mod">
          <ac:chgData name="Rahman, S M Atikur" userId="75436662-7151-4d1f-9973-921be870118f" providerId="ADAL" clId="{899350E2-5B15-43FE-B113-EFDCAACAABA3}" dt="2025-12-01T19:13:02.763" v="847" actId="404"/>
          <ac:spMkLst>
            <pc:docMk/>
            <pc:sldMk cId="3936356490" sldId="310"/>
            <ac:spMk id="2" creationId="{5CC72C12-AAA3-5D78-4355-76C867DEFE65}"/>
          </ac:spMkLst>
        </pc:spChg>
        <pc:spChg chg="del">
          <ac:chgData name="Rahman, S M Atikur" userId="75436662-7151-4d1f-9973-921be870118f" providerId="ADAL" clId="{899350E2-5B15-43FE-B113-EFDCAACAABA3}" dt="2025-12-01T18:12:36.350" v="18" actId="478"/>
          <ac:spMkLst>
            <pc:docMk/>
            <pc:sldMk cId="3936356490" sldId="310"/>
            <ac:spMk id="4" creationId="{3ABD8F2E-294D-51A3-0477-02095E262A55}"/>
          </ac:spMkLst>
        </pc:spChg>
        <pc:spChg chg="add mod">
          <ac:chgData name="Rahman, S M Atikur" userId="75436662-7151-4d1f-9973-921be870118f" providerId="ADAL" clId="{899350E2-5B15-43FE-B113-EFDCAACAABA3}" dt="2025-12-01T21:02:23.446" v="990" actId="5793"/>
          <ac:spMkLst>
            <pc:docMk/>
            <pc:sldMk cId="3936356490" sldId="310"/>
            <ac:spMk id="6" creationId="{F7CA78B5-25E1-64EE-DE45-BAF0AAB42A8E}"/>
          </ac:spMkLst>
        </pc:spChg>
        <pc:spChg chg="add mod">
          <ac:chgData name="Rahman, S M Atikur" userId="75436662-7151-4d1f-9973-921be870118f" providerId="ADAL" clId="{899350E2-5B15-43FE-B113-EFDCAACAABA3}" dt="2025-12-01T18:58:43.046" v="664" actId="2711"/>
          <ac:spMkLst>
            <pc:docMk/>
            <pc:sldMk cId="3936356490" sldId="310"/>
            <ac:spMk id="8" creationId="{2CEE4913-9213-EBF3-2F00-23F4282FF988}"/>
          </ac:spMkLst>
        </pc:spChg>
        <pc:picChg chg="del">
          <ac:chgData name="Rahman, S M Atikur" userId="75436662-7151-4d1f-9973-921be870118f" providerId="ADAL" clId="{899350E2-5B15-43FE-B113-EFDCAACAABA3}" dt="2025-12-01T18:12:35.173" v="17" actId="478"/>
          <ac:picMkLst>
            <pc:docMk/>
            <pc:sldMk cId="3936356490" sldId="310"/>
            <ac:picMk id="3" creationId="{BDD92023-ABC4-89C2-46FD-7479B1327AA1}"/>
          </ac:picMkLst>
        </pc:picChg>
        <pc:picChg chg="add mod">
          <ac:chgData name="Rahman, S M Atikur" userId="75436662-7151-4d1f-9973-921be870118f" providerId="ADAL" clId="{899350E2-5B15-43FE-B113-EFDCAACAABA3}" dt="2025-12-01T21:02:36.078" v="992" actId="1076"/>
          <ac:picMkLst>
            <pc:docMk/>
            <pc:sldMk cId="3936356490" sldId="310"/>
            <ac:picMk id="5" creationId="{45C7FA20-FF40-85AD-1177-A6D1E49AF5CD}"/>
          </ac:picMkLst>
        </pc:picChg>
      </pc:sldChg>
      <pc:sldChg chg="addSp delSp modSp new mod ord">
        <pc:chgData name="Rahman, S M Atikur" userId="75436662-7151-4d1f-9973-921be870118f" providerId="ADAL" clId="{899350E2-5B15-43FE-B113-EFDCAACAABA3}" dt="2025-12-01T19:14:12.427" v="884"/>
        <pc:sldMkLst>
          <pc:docMk/>
          <pc:sldMk cId="2138811906" sldId="311"/>
        </pc:sldMkLst>
        <pc:spChg chg="add mod">
          <ac:chgData name="Rahman, S M Atikur" userId="75436662-7151-4d1f-9973-921be870118f" providerId="ADAL" clId="{899350E2-5B15-43FE-B113-EFDCAACAABA3}" dt="2025-12-01T19:13:24.119" v="854" actId="14100"/>
          <ac:spMkLst>
            <pc:docMk/>
            <pc:sldMk cId="2138811906" sldId="311"/>
            <ac:spMk id="2" creationId="{C3FF379F-B251-5E66-1E04-744458A6705A}"/>
          </ac:spMkLst>
        </pc:spChg>
        <pc:spChg chg="add mod">
          <ac:chgData name="Rahman, S M Atikur" userId="75436662-7151-4d1f-9973-921be870118f" providerId="ADAL" clId="{899350E2-5B15-43FE-B113-EFDCAACAABA3}" dt="2025-12-01T19:13:18.746" v="852" actId="1076"/>
          <ac:spMkLst>
            <pc:docMk/>
            <pc:sldMk cId="2138811906" sldId="311"/>
            <ac:spMk id="5" creationId="{A3EC1CA3-7DE2-97B7-75AD-00F7687F4E5F}"/>
          </ac:spMkLst>
        </pc:spChg>
        <pc:graphicFrameChg chg="add del mod">
          <ac:chgData name="Rahman, S M Atikur" userId="75436662-7151-4d1f-9973-921be870118f" providerId="ADAL" clId="{899350E2-5B15-43FE-B113-EFDCAACAABA3}" dt="2025-12-01T18:28:16.746" v="228"/>
          <ac:graphicFrameMkLst>
            <pc:docMk/>
            <pc:sldMk cId="2138811906" sldId="311"/>
            <ac:graphicFrameMk id="3" creationId="{669AEC30-08EA-CE67-AB91-A3CB832860F1}"/>
          </ac:graphicFrameMkLst>
        </pc:graphicFrameChg>
      </pc:sldChg>
      <pc:sldChg chg="del">
        <pc:chgData name="Rahman, S M Atikur" userId="75436662-7151-4d1f-9973-921be870118f" providerId="ADAL" clId="{899350E2-5B15-43FE-B113-EFDCAACAABA3}" dt="2025-12-01T18:12:42.215" v="21" actId="47"/>
        <pc:sldMkLst>
          <pc:docMk/>
          <pc:sldMk cId="3632076515" sldId="311"/>
        </pc:sldMkLst>
      </pc:sldChg>
      <pc:sldChg chg="del">
        <pc:chgData name="Rahman, S M Atikur" userId="75436662-7151-4d1f-9973-921be870118f" providerId="ADAL" clId="{899350E2-5B15-43FE-B113-EFDCAACAABA3}" dt="2025-12-01T18:13:16.043" v="49" actId="47"/>
        <pc:sldMkLst>
          <pc:docMk/>
          <pc:sldMk cId="2335647922" sldId="312"/>
        </pc:sldMkLst>
      </pc:sldChg>
      <pc:sldChg chg="addSp delSp modSp add mod">
        <pc:chgData name="Rahman, S M Atikur" userId="75436662-7151-4d1f-9973-921be870118f" providerId="ADAL" clId="{899350E2-5B15-43FE-B113-EFDCAACAABA3}" dt="2025-12-01T18:36:06.323" v="366" actId="1076"/>
        <pc:sldMkLst>
          <pc:docMk/>
          <pc:sldMk cId="3845244945" sldId="312"/>
        </pc:sldMkLst>
        <pc:spChg chg="mod">
          <ac:chgData name="Rahman, S M Atikur" userId="75436662-7151-4d1f-9973-921be870118f" providerId="ADAL" clId="{899350E2-5B15-43FE-B113-EFDCAACAABA3}" dt="2025-12-01T18:29:09.614" v="260" actId="20577"/>
          <ac:spMkLst>
            <pc:docMk/>
            <pc:sldMk cId="3845244945" sldId="312"/>
            <ac:spMk id="2" creationId="{2B29BE84-2CBA-871A-8AAD-56E236FC3EE6}"/>
          </ac:spMkLst>
        </pc:spChg>
        <pc:spChg chg="del">
          <ac:chgData name="Rahman, S M Atikur" userId="75436662-7151-4d1f-9973-921be870118f" providerId="ADAL" clId="{899350E2-5B15-43FE-B113-EFDCAACAABA3}" dt="2025-12-01T18:29:01.949" v="241" actId="478"/>
          <ac:spMkLst>
            <pc:docMk/>
            <pc:sldMk cId="3845244945" sldId="312"/>
            <ac:spMk id="5" creationId="{9DBD5E5C-0CD7-15A5-65F8-9C7A7E8A4D2C}"/>
          </ac:spMkLst>
        </pc:spChg>
        <pc:spChg chg="add mod">
          <ac:chgData name="Rahman, S M Atikur" userId="75436662-7151-4d1f-9973-921be870118f" providerId="ADAL" clId="{899350E2-5B15-43FE-B113-EFDCAACAABA3}" dt="2025-12-01T18:36:06.323" v="366" actId="1076"/>
          <ac:spMkLst>
            <pc:docMk/>
            <pc:sldMk cId="3845244945" sldId="312"/>
            <ac:spMk id="6" creationId="{D551365B-4884-C618-BE8C-70B49D2104B1}"/>
          </ac:spMkLst>
        </pc:spChg>
        <pc:graphicFrameChg chg="add del mod">
          <ac:chgData name="Rahman, S M Atikur" userId="75436662-7151-4d1f-9973-921be870118f" providerId="ADAL" clId="{899350E2-5B15-43FE-B113-EFDCAACAABA3}" dt="2025-12-01T18:29:26.622" v="263"/>
          <ac:graphicFrameMkLst>
            <pc:docMk/>
            <pc:sldMk cId="3845244945" sldId="312"/>
            <ac:graphicFrameMk id="3" creationId="{A5E672FE-95A8-CC09-1781-C82E460455A5}"/>
          </ac:graphicFrameMkLst>
        </pc:graphicFrameChg>
        <pc:graphicFrameChg chg="add del mod">
          <ac:chgData name="Rahman, S M Atikur" userId="75436662-7151-4d1f-9973-921be870118f" providerId="ADAL" clId="{899350E2-5B15-43FE-B113-EFDCAACAABA3}" dt="2025-12-01T18:29:50.050" v="280"/>
          <ac:graphicFrameMkLst>
            <pc:docMk/>
            <pc:sldMk cId="3845244945" sldId="312"/>
            <ac:graphicFrameMk id="7" creationId="{9146B8F0-B232-AFEB-E7E1-B73B31C0BDE7}"/>
          </ac:graphicFrameMkLst>
        </pc:graphicFrameChg>
        <pc:graphicFrameChg chg="add del mod">
          <ac:chgData name="Rahman, S M Atikur" userId="75436662-7151-4d1f-9973-921be870118f" providerId="ADAL" clId="{899350E2-5B15-43FE-B113-EFDCAACAABA3}" dt="2025-12-01T18:29:54.515" v="285"/>
          <ac:graphicFrameMkLst>
            <pc:docMk/>
            <pc:sldMk cId="3845244945" sldId="312"/>
            <ac:graphicFrameMk id="8" creationId="{1B7C1172-9CF7-7EFF-B87D-FE19689E7EFA}"/>
          </ac:graphicFrameMkLst>
        </pc:graphicFrameChg>
        <pc:graphicFrameChg chg="add del mod">
          <ac:chgData name="Rahman, S M Atikur" userId="75436662-7151-4d1f-9973-921be870118f" providerId="ADAL" clId="{899350E2-5B15-43FE-B113-EFDCAACAABA3}" dt="2025-12-01T18:30:46.922" v="293"/>
          <ac:graphicFrameMkLst>
            <pc:docMk/>
            <pc:sldMk cId="3845244945" sldId="312"/>
            <ac:graphicFrameMk id="9" creationId="{996976A8-4A53-7F0E-4917-3657F41BD32F}"/>
          </ac:graphicFrameMkLst>
        </pc:graphicFrameChg>
        <pc:graphicFrameChg chg="add del mod">
          <ac:chgData name="Rahman, S M Atikur" userId="75436662-7151-4d1f-9973-921be870118f" providerId="ADAL" clId="{899350E2-5B15-43FE-B113-EFDCAACAABA3}" dt="2025-12-01T18:31:04.360" v="299"/>
          <ac:graphicFrameMkLst>
            <pc:docMk/>
            <pc:sldMk cId="3845244945" sldId="312"/>
            <ac:graphicFrameMk id="10" creationId="{C0549113-5B8F-076C-4DF8-15985112094C}"/>
          </ac:graphicFrameMkLst>
        </pc:graphicFrameChg>
        <pc:graphicFrameChg chg="add del mod">
          <ac:chgData name="Rahman, S M Atikur" userId="75436662-7151-4d1f-9973-921be870118f" providerId="ADAL" clId="{899350E2-5B15-43FE-B113-EFDCAACAABA3}" dt="2025-12-01T18:31:40.844" v="305"/>
          <ac:graphicFrameMkLst>
            <pc:docMk/>
            <pc:sldMk cId="3845244945" sldId="312"/>
            <ac:graphicFrameMk id="11" creationId="{9ABE8666-0674-443D-B55D-9A2B9870B18B}"/>
          </ac:graphicFrameMkLst>
        </pc:graphicFrameChg>
      </pc:sldChg>
      <pc:sldChg chg="addSp modSp new mod">
        <pc:chgData name="Rahman, S M Atikur" userId="75436662-7151-4d1f-9973-921be870118f" providerId="ADAL" clId="{899350E2-5B15-43FE-B113-EFDCAACAABA3}" dt="2025-12-01T19:17:09.510" v="968" actId="404"/>
        <pc:sldMkLst>
          <pc:docMk/>
          <pc:sldMk cId="836237094" sldId="313"/>
        </pc:sldMkLst>
        <pc:spChg chg="add mod">
          <ac:chgData name="Rahman, S M Atikur" userId="75436662-7151-4d1f-9973-921be870118f" providerId="ADAL" clId="{899350E2-5B15-43FE-B113-EFDCAACAABA3}" dt="2025-12-01T19:17:09.510" v="968" actId="404"/>
          <ac:spMkLst>
            <pc:docMk/>
            <pc:sldMk cId="836237094" sldId="313"/>
            <ac:spMk id="4" creationId="{7BC7F6A0-680B-1F51-2B9F-AB824C86F7DA}"/>
          </ac:spMkLst>
        </pc:spChg>
        <pc:spChg chg="add mod">
          <ac:chgData name="Rahman, S M Atikur" userId="75436662-7151-4d1f-9973-921be870118f" providerId="ADAL" clId="{899350E2-5B15-43FE-B113-EFDCAACAABA3}" dt="2025-12-01T19:12:47.146" v="844" actId="1076"/>
          <ac:spMkLst>
            <pc:docMk/>
            <pc:sldMk cId="836237094" sldId="313"/>
            <ac:spMk id="6" creationId="{E4DAC6CC-6003-604F-7242-26489B7585AB}"/>
          </ac:spMkLst>
        </pc:spChg>
        <pc:spChg chg="add mod">
          <ac:chgData name="Rahman, S M Atikur" userId="75436662-7151-4d1f-9973-921be870118f" providerId="ADAL" clId="{899350E2-5B15-43FE-B113-EFDCAACAABA3}" dt="2025-12-01T19:12:50.188" v="845" actId="1076"/>
          <ac:spMkLst>
            <pc:docMk/>
            <pc:sldMk cId="836237094" sldId="313"/>
            <ac:spMk id="7" creationId="{39E9E482-F731-E93B-2A5D-3A526F641358}"/>
          </ac:spMkLst>
        </pc:spChg>
        <pc:picChg chg="add mod">
          <ac:chgData name="Rahman, S M Atikur" userId="75436662-7151-4d1f-9973-921be870118f" providerId="ADAL" clId="{899350E2-5B15-43FE-B113-EFDCAACAABA3}" dt="2025-12-01T19:17:03.436" v="963" actId="1076"/>
          <ac:picMkLst>
            <pc:docMk/>
            <pc:sldMk cId="836237094" sldId="313"/>
            <ac:picMk id="2" creationId="{878E446A-AC5A-46A2-3B59-692F09322E6B}"/>
          </ac:picMkLst>
        </pc:picChg>
      </pc:sldChg>
      <pc:sldChg chg="del">
        <pc:chgData name="Rahman, S M Atikur" userId="75436662-7151-4d1f-9973-921be870118f" providerId="ADAL" clId="{899350E2-5B15-43FE-B113-EFDCAACAABA3}" dt="2025-12-01T18:13:17.079" v="50" actId="47"/>
        <pc:sldMkLst>
          <pc:docMk/>
          <pc:sldMk cId="1655363126" sldId="313"/>
        </pc:sldMkLst>
      </pc:sldChg>
      <pc:sldChg chg="del">
        <pc:chgData name="Rahman, S M Atikur" userId="75436662-7151-4d1f-9973-921be870118f" providerId="ADAL" clId="{899350E2-5B15-43FE-B113-EFDCAACAABA3}" dt="2025-12-01T18:13:18.457" v="51" actId="47"/>
        <pc:sldMkLst>
          <pc:docMk/>
          <pc:sldMk cId="1371140414" sldId="314"/>
        </pc:sldMkLst>
      </pc:sldChg>
      <pc:sldChg chg="addSp delSp modSp new mod">
        <pc:chgData name="Rahman, S M Atikur" userId="75436662-7151-4d1f-9973-921be870118f" providerId="ADAL" clId="{899350E2-5B15-43FE-B113-EFDCAACAABA3}" dt="2025-12-01T18:39:22.950" v="440" actId="20577"/>
        <pc:sldMkLst>
          <pc:docMk/>
          <pc:sldMk cId="3415395191" sldId="314"/>
        </pc:sldMkLst>
        <pc:spChg chg="add mod">
          <ac:chgData name="Rahman, S M Atikur" userId="75436662-7151-4d1f-9973-921be870118f" providerId="ADAL" clId="{899350E2-5B15-43FE-B113-EFDCAACAABA3}" dt="2025-12-01T18:39:07.509" v="429"/>
          <ac:spMkLst>
            <pc:docMk/>
            <pc:sldMk cId="3415395191" sldId="314"/>
            <ac:spMk id="3" creationId="{461F9087-7D7A-1D01-58A7-6354414EDCFD}"/>
          </ac:spMkLst>
        </pc:spChg>
        <pc:spChg chg="add mod">
          <ac:chgData name="Rahman, S M Atikur" userId="75436662-7151-4d1f-9973-921be870118f" providerId="ADAL" clId="{899350E2-5B15-43FE-B113-EFDCAACAABA3}" dt="2025-12-01T18:39:22.950" v="440" actId="20577"/>
          <ac:spMkLst>
            <pc:docMk/>
            <pc:sldMk cId="3415395191" sldId="314"/>
            <ac:spMk id="8" creationId="{2B9E6A93-A777-3B4E-593E-4E1F633B6B8D}"/>
          </ac:spMkLst>
        </pc:spChg>
        <pc:graphicFrameChg chg="add del mod">
          <ac:chgData name="Rahman, S M Atikur" userId="75436662-7151-4d1f-9973-921be870118f" providerId="ADAL" clId="{899350E2-5B15-43FE-B113-EFDCAACAABA3}" dt="2025-12-01T18:38:29.950" v="406"/>
          <ac:graphicFrameMkLst>
            <pc:docMk/>
            <pc:sldMk cId="3415395191" sldId="314"/>
            <ac:graphicFrameMk id="4" creationId="{059E29BB-BDC4-11B8-FD8E-8C30785DFD0D}"/>
          </ac:graphicFrameMkLst>
        </pc:graphicFrameChg>
        <pc:graphicFrameChg chg="add del mod">
          <ac:chgData name="Rahman, S M Atikur" userId="75436662-7151-4d1f-9973-921be870118f" providerId="ADAL" clId="{899350E2-5B15-43FE-B113-EFDCAACAABA3}" dt="2025-12-01T18:38:31.327" v="413"/>
          <ac:graphicFrameMkLst>
            <pc:docMk/>
            <pc:sldMk cId="3415395191" sldId="314"/>
            <ac:graphicFrameMk id="5" creationId="{1319ABC8-6BFD-322A-F357-2EF92477DB2B}"/>
          </ac:graphicFrameMkLst>
        </pc:graphicFrameChg>
        <pc:graphicFrameChg chg="add del mod">
          <ac:chgData name="Rahman, S M Atikur" userId="75436662-7151-4d1f-9973-921be870118f" providerId="ADAL" clId="{899350E2-5B15-43FE-B113-EFDCAACAABA3}" dt="2025-12-01T18:38:40.464" v="418"/>
          <ac:graphicFrameMkLst>
            <pc:docMk/>
            <pc:sldMk cId="3415395191" sldId="314"/>
            <ac:graphicFrameMk id="6" creationId="{99A06EFC-5992-A711-0F80-C81F797A6538}"/>
          </ac:graphicFrameMkLst>
        </pc:graphicFrameChg>
        <pc:graphicFrameChg chg="add del mod">
          <ac:chgData name="Rahman, S M Atikur" userId="75436662-7151-4d1f-9973-921be870118f" providerId="ADAL" clId="{899350E2-5B15-43FE-B113-EFDCAACAABA3}" dt="2025-12-01T18:39:07.483" v="428"/>
          <ac:graphicFrameMkLst>
            <pc:docMk/>
            <pc:sldMk cId="3415395191" sldId="314"/>
            <ac:graphicFrameMk id="7" creationId="{36031AD2-A7B9-CD1E-EB18-04425403D8F0}"/>
          </ac:graphicFrameMkLst>
        </pc:graphicFrameChg>
      </pc:sldChg>
      <pc:sldChg chg="addSp delSp modSp new mod">
        <pc:chgData name="Rahman, S M Atikur" userId="75436662-7151-4d1f-9973-921be870118f" providerId="ADAL" clId="{899350E2-5B15-43FE-B113-EFDCAACAABA3}" dt="2025-12-01T18:40:05.787" v="471" actId="1076"/>
        <pc:sldMkLst>
          <pc:docMk/>
          <pc:sldMk cId="7696899" sldId="315"/>
        </pc:sldMkLst>
        <pc:spChg chg="add mod">
          <ac:chgData name="Rahman, S M Atikur" userId="75436662-7151-4d1f-9973-921be870118f" providerId="ADAL" clId="{899350E2-5B15-43FE-B113-EFDCAACAABA3}" dt="2025-12-01T18:39:32.830" v="453" actId="20577"/>
          <ac:spMkLst>
            <pc:docMk/>
            <pc:sldMk cId="7696899" sldId="315"/>
            <ac:spMk id="2" creationId="{133CE0C4-1813-372F-1B4A-519E27E89ACD}"/>
          </ac:spMkLst>
        </pc:spChg>
        <pc:spChg chg="add mod">
          <ac:chgData name="Rahman, S M Atikur" userId="75436662-7151-4d1f-9973-921be870118f" providerId="ADAL" clId="{899350E2-5B15-43FE-B113-EFDCAACAABA3}" dt="2025-12-01T18:40:05.787" v="471" actId="1076"/>
          <ac:spMkLst>
            <pc:docMk/>
            <pc:sldMk cId="7696899" sldId="315"/>
            <ac:spMk id="5" creationId="{3FCBD981-0302-AB0C-FD13-E8335A80FE83}"/>
          </ac:spMkLst>
        </pc:spChg>
        <pc:graphicFrameChg chg="add del mod">
          <ac:chgData name="Rahman, S M Atikur" userId="75436662-7151-4d1f-9973-921be870118f" providerId="ADAL" clId="{899350E2-5B15-43FE-B113-EFDCAACAABA3}" dt="2025-12-01T18:39:45.995" v="456"/>
          <ac:graphicFrameMkLst>
            <pc:docMk/>
            <pc:sldMk cId="7696899" sldId="315"/>
            <ac:graphicFrameMk id="3" creationId="{03E3FAFA-FF46-07F9-D01C-B51410D596C9}"/>
          </ac:graphicFrameMkLst>
        </pc:graphicFrameChg>
      </pc:sldChg>
      <pc:sldChg chg="del">
        <pc:chgData name="Rahman, S M Atikur" userId="75436662-7151-4d1f-9973-921be870118f" providerId="ADAL" clId="{899350E2-5B15-43FE-B113-EFDCAACAABA3}" dt="2025-12-01T18:13:20.661" v="52" actId="47"/>
        <pc:sldMkLst>
          <pc:docMk/>
          <pc:sldMk cId="89574099" sldId="315"/>
        </pc:sldMkLst>
      </pc:sldChg>
      <pc:sldChg chg="addSp delSp modSp new mod">
        <pc:chgData name="Rahman, S M Atikur" userId="75436662-7151-4d1f-9973-921be870118f" providerId="ADAL" clId="{899350E2-5B15-43FE-B113-EFDCAACAABA3}" dt="2025-12-01T18:41:12.942" v="521" actId="14100"/>
        <pc:sldMkLst>
          <pc:docMk/>
          <pc:sldMk cId="875779282" sldId="316"/>
        </pc:sldMkLst>
        <pc:spChg chg="add mod">
          <ac:chgData name="Rahman, S M Atikur" userId="75436662-7151-4d1f-9973-921be870118f" providerId="ADAL" clId="{899350E2-5B15-43FE-B113-EFDCAACAABA3}" dt="2025-12-01T18:40:41.291" v="501"/>
          <ac:spMkLst>
            <pc:docMk/>
            <pc:sldMk cId="875779282" sldId="316"/>
            <ac:spMk id="2" creationId="{1738F30A-447D-94CD-10A5-EE4A8A8B0C4F}"/>
          </ac:spMkLst>
        </pc:spChg>
        <pc:spChg chg="add mod">
          <ac:chgData name="Rahman, S M Atikur" userId="75436662-7151-4d1f-9973-921be870118f" providerId="ADAL" clId="{899350E2-5B15-43FE-B113-EFDCAACAABA3}" dt="2025-12-01T18:41:12.942" v="521" actId="14100"/>
          <ac:spMkLst>
            <pc:docMk/>
            <pc:sldMk cId="875779282" sldId="316"/>
            <ac:spMk id="5" creationId="{760E8162-9010-C31C-7A52-A384541F81AD}"/>
          </ac:spMkLst>
        </pc:spChg>
        <pc:graphicFrameChg chg="add del mod">
          <ac:chgData name="Rahman, S M Atikur" userId="75436662-7151-4d1f-9973-921be870118f" providerId="ADAL" clId="{899350E2-5B15-43FE-B113-EFDCAACAABA3}" dt="2025-12-01T18:40:43.103" v="503"/>
          <ac:graphicFrameMkLst>
            <pc:docMk/>
            <pc:sldMk cId="875779282" sldId="316"/>
            <ac:graphicFrameMk id="3" creationId="{289DA3B4-3243-4560-901C-E7FAAFCFA8BE}"/>
          </ac:graphicFrameMkLst>
        </pc:graphicFrameChg>
      </pc:sldChg>
      <pc:sldChg chg="del">
        <pc:chgData name="Rahman, S M Atikur" userId="75436662-7151-4d1f-9973-921be870118f" providerId="ADAL" clId="{899350E2-5B15-43FE-B113-EFDCAACAABA3}" dt="2025-12-01T18:13:25.141" v="54" actId="47"/>
        <pc:sldMkLst>
          <pc:docMk/>
          <pc:sldMk cId="4121624813" sldId="316"/>
        </pc:sldMkLst>
      </pc:sldChg>
      <pc:sldChg chg="del">
        <pc:chgData name="Rahman, S M Atikur" userId="75436662-7151-4d1f-9973-921be870118f" providerId="ADAL" clId="{899350E2-5B15-43FE-B113-EFDCAACAABA3}" dt="2025-12-01T18:13:24.187" v="53" actId="47"/>
        <pc:sldMkLst>
          <pc:docMk/>
          <pc:sldMk cId="1830139939" sldId="317"/>
        </pc:sldMkLst>
      </pc:sldChg>
      <pc:sldChg chg="addSp modSp new">
        <pc:chgData name="Rahman, S M Atikur" userId="75436662-7151-4d1f-9973-921be870118f" providerId="ADAL" clId="{899350E2-5B15-43FE-B113-EFDCAACAABA3}" dt="2025-12-01T18:41:25.139" v="524" actId="1076"/>
        <pc:sldMkLst>
          <pc:docMk/>
          <pc:sldMk cId="2818683655" sldId="317"/>
        </pc:sldMkLst>
        <pc:picChg chg="add mod">
          <ac:chgData name="Rahman, S M Atikur" userId="75436662-7151-4d1f-9973-921be870118f" providerId="ADAL" clId="{899350E2-5B15-43FE-B113-EFDCAACAABA3}" dt="2025-12-01T18:41:25.139" v="524" actId="1076"/>
          <ac:picMkLst>
            <pc:docMk/>
            <pc:sldMk cId="2818683655" sldId="317"/>
            <ac:picMk id="2" creationId="{AA8FB43C-FA4D-97B6-B329-40C714E06A46}"/>
          </ac:picMkLst>
        </pc:picChg>
      </pc:sldChg>
      <pc:sldChg chg="addSp delSp modSp new mod">
        <pc:chgData name="Rahman, S M Atikur" userId="75436662-7151-4d1f-9973-921be870118f" providerId="ADAL" clId="{899350E2-5B15-43FE-B113-EFDCAACAABA3}" dt="2025-12-01T19:02:44.938" v="714" actId="14100"/>
        <pc:sldMkLst>
          <pc:docMk/>
          <pc:sldMk cId="1898746021" sldId="318"/>
        </pc:sldMkLst>
        <pc:spChg chg="add mod">
          <ac:chgData name="Rahman, S M Atikur" userId="75436662-7151-4d1f-9973-921be870118f" providerId="ADAL" clId="{899350E2-5B15-43FE-B113-EFDCAACAABA3}" dt="2025-12-01T18:42:06.647" v="544" actId="14100"/>
          <ac:spMkLst>
            <pc:docMk/>
            <pc:sldMk cId="1898746021" sldId="318"/>
            <ac:spMk id="2" creationId="{8EA8D974-0F25-5B79-4EAA-C2C60782DBCF}"/>
          </ac:spMkLst>
        </pc:spChg>
        <pc:spChg chg="add mod">
          <ac:chgData name="Rahman, S M Atikur" userId="75436662-7151-4d1f-9973-921be870118f" providerId="ADAL" clId="{899350E2-5B15-43FE-B113-EFDCAACAABA3}" dt="2025-12-01T19:02:44.938" v="714" actId="14100"/>
          <ac:spMkLst>
            <pc:docMk/>
            <pc:sldMk cId="1898746021" sldId="318"/>
            <ac:spMk id="5" creationId="{D6A5E467-E074-FA96-8E41-116D339FBD6D}"/>
          </ac:spMkLst>
        </pc:spChg>
        <pc:graphicFrameChg chg="add del mod">
          <ac:chgData name="Rahman, S M Atikur" userId="75436662-7151-4d1f-9973-921be870118f" providerId="ADAL" clId="{899350E2-5B15-43FE-B113-EFDCAACAABA3}" dt="2025-12-01T18:42:13.221" v="547"/>
          <ac:graphicFrameMkLst>
            <pc:docMk/>
            <pc:sldMk cId="1898746021" sldId="318"/>
            <ac:graphicFrameMk id="3" creationId="{CC99DD02-CB18-64F3-7D80-0AAFF48DCED5}"/>
          </ac:graphicFrameMkLst>
        </pc:graphicFrameChg>
      </pc:sldChg>
      <pc:sldChg chg="del">
        <pc:chgData name="Rahman, S M Atikur" userId="75436662-7151-4d1f-9973-921be870118f" providerId="ADAL" clId="{899350E2-5B15-43FE-B113-EFDCAACAABA3}" dt="2025-12-01T18:13:27.439" v="56" actId="47"/>
        <pc:sldMkLst>
          <pc:docMk/>
          <pc:sldMk cId="3386846647" sldId="318"/>
        </pc:sldMkLst>
      </pc:sldChg>
      <pc:sldChg chg="addSp delSp modSp new mod ord">
        <pc:chgData name="Rahman, S M Atikur" userId="75436662-7151-4d1f-9973-921be870118f" providerId="ADAL" clId="{899350E2-5B15-43FE-B113-EFDCAACAABA3}" dt="2025-12-01T19:13:13.079" v="851" actId="404"/>
        <pc:sldMkLst>
          <pc:docMk/>
          <pc:sldMk cId="2419557705" sldId="319"/>
        </pc:sldMkLst>
        <pc:spChg chg="add mod">
          <ac:chgData name="Rahman, S M Atikur" userId="75436662-7151-4d1f-9973-921be870118f" providerId="ADAL" clId="{899350E2-5B15-43FE-B113-EFDCAACAABA3}" dt="2025-12-01T19:13:13.079" v="851" actId="404"/>
          <ac:spMkLst>
            <pc:docMk/>
            <pc:sldMk cId="2419557705" sldId="319"/>
            <ac:spMk id="2" creationId="{BDFA025B-999F-0E29-1EA3-082916F64E57}"/>
          </ac:spMkLst>
        </pc:spChg>
        <pc:spChg chg="add mod">
          <ac:chgData name="Rahman, S M Atikur" userId="75436662-7151-4d1f-9973-921be870118f" providerId="ADAL" clId="{899350E2-5B15-43FE-B113-EFDCAACAABA3}" dt="2025-12-01T18:54:03.136" v="600" actId="20577"/>
          <ac:spMkLst>
            <pc:docMk/>
            <pc:sldMk cId="2419557705" sldId="319"/>
            <ac:spMk id="4" creationId="{E49BF2CB-9B78-8695-24A8-4360F5B27A14}"/>
          </ac:spMkLst>
        </pc:spChg>
        <pc:spChg chg="add">
          <ac:chgData name="Rahman, S M Atikur" userId="75436662-7151-4d1f-9973-921be870118f" providerId="ADAL" clId="{899350E2-5B15-43FE-B113-EFDCAACAABA3}" dt="2025-12-01T18:53:32.465" v="584"/>
          <ac:spMkLst>
            <pc:docMk/>
            <pc:sldMk cId="2419557705" sldId="319"/>
            <ac:spMk id="6" creationId="{DEE0D045-7104-1986-FCD7-73AAC323B049}"/>
          </ac:spMkLst>
        </pc:spChg>
        <pc:spChg chg="add mod">
          <ac:chgData name="Rahman, S M Atikur" userId="75436662-7151-4d1f-9973-921be870118f" providerId="ADAL" clId="{899350E2-5B15-43FE-B113-EFDCAACAABA3}" dt="2025-12-01T18:57:47.475" v="648" actId="1076"/>
          <ac:spMkLst>
            <pc:docMk/>
            <pc:sldMk cId="2419557705" sldId="319"/>
            <ac:spMk id="7" creationId="{1E82291D-584C-89D5-3E12-ED2F55E1DD8C}"/>
          </ac:spMkLst>
        </pc:spChg>
        <pc:graphicFrameChg chg="add del mod">
          <ac:chgData name="Rahman, S M Atikur" userId="75436662-7151-4d1f-9973-921be870118f" providerId="ADAL" clId="{899350E2-5B15-43FE-B113-EFDCAACAABA3}" dt="2025-12-01T18:53:33.796" v="586"/>
          <ac:graphicFrameMkLst>
            <pc:docMk/>
            <pc:sldMk cId="2419557705" sldId="319"/>
            <ac:graphicFrameMk id="5" creationId="{61DD29FC-7B4C-237F-BBE7-C79A3BFC3381}"/>
          </ac:graphicFrameMkLst>
        </pc:graphicFrameChg>
      </pc:sldChg>
      <pc:sldChg chg="del">
        <pc:chgData name="Rahman, S M Atikur" userId="75436662-7151-4d1f-9973-921be870118f" providerId="ADAL" clId="{899350E2-5B15-43FE-B113-EFDCAACAABA3}" dt="2025-12-01T18:13:26.455" v="55" actId="47"/>
        <pc:sldMkLst>
          <pc:docMk/>
          <pc:sldMk cId="2665900368" sldId="319"/>
        </pc:sldMkLst>
      </pc:sldChg>
      <pc:sldChg chg="addSp delSp modSp new mod">
        <pc:chgData name="Rahman, S M Atikur" userId="75436662-7151-4d1f-9973-921be870118f" providerId="ADAL" clId="{899350E2-5B15-43FE-B113-EFDCAACAABA3}" dt="2025-12-01T19:10:22.371" v="804" actId="14100"/>
        <pc:sldMkLst>
          <pc:docMk/>
          <pc:sldMk cId="1825558908" sldId="320"/>
        </pc:sldMkLst>
        <pc:spChg chg="add mod">
          <ac:chgData name="Rahman, S M Atikur" userId="75436662-7151-4d1f-9973-921be870118f" providerId="ADAL" clId="{899350E2-5B15-43FE-B113-EFDCAACAABA3}" dt="2025-12-01T19:09:45.608" v="800" actId="14100"/>
          <ac:spMkLst>
            <pc:docMk/>
            <pc:sldMk cId="1825558908" sldId="320"/>
            <ac:spMk id="2" creationId="{677C681C-F35E-0B5B-7549-76B5F66A5BFC}"/>
          </ac:spMkLst>
        </pc:spChg>
        <pc:spChg chg="add mod">
          <ac:chgData name="Rahman, S M Atikur" userId="75436662-7151-4d1f-9973-921be870118f" providerId="ADAL" clId="{899350E2-5B15-43FE-B113-EFDCAACAABA3}" dt="2025-12-01T19:10:19.231" v="803" actId="1076"/>
          <ac:spMkLst>
            <pc:docMk/>
            <pc:sldMk cId="1825558908" sldId="320"/>
            <ac:spMk id="6" creationId="{2674152F-7D07-A672-0A9A-F5D8A1047810}"/>
          </ac:spMkLst>
        </pc:spChg>
        <pc:spChg chg="add mod">
          <ac:chgData name="Rahman, S M Atikur" userId="75436662-7151-4d1f-9973-921be870118f" providerId="ADAL" clId="{899350E2-5B15-43FE-B113-EFDCAACAABA3}" dt="2025-12-01T19:09:30.140" v="792" actId="14100"/>
          <ac:spMkLst>
            <pc:docMk/>
            <pc:sldMk cId="1825558908" sldId="320"/>
            <ac:spMk id="8" creationId="{FFC5E22D-0440-42A5-D9C6-06670AB09D0A}"/>
          </ac:spMkLst>
        </pc:spChg>
        <pc:graphicFrameChg chg="add del mod">
          <ac:chgData name="Rahman, S M Atikur" userId="75436662-7151-4d1f-9973-921be870118f" providerId="ADAL" clId="{899350E2-5B15-43FE-B113-EFDCAACAABA3}" dt="2025-12-01T19:00:05.352" v="686"/>
          <ac:graphicFrameMkLst>
            <pc:docMk/>
            <pc:sldMk cId="1825558908" sldId="320"/>
            <ac:graphicFrameMk id="4" creationId="{3F00B68B-BEFA-C863-48A6-422C4BC28D73}"/>
          </ac:graphicFrameMkLst>
        </pc:graphicFrameChg>
        <pc:picChg chg="add mod">
          <ac:chgData name="Rahman, S M Atikur" userId="75436662-7151-4d1f-9973-921be870118f" providerId="ADAL" clId="{899350E2-5B15-43FE-B113-EFDCAACAABA3}" dt="2025-12-01T19:10:22.371" v="804" actId="14100"/>
          <ac:picMkLst>
            <pc:docMk/>
            <pc:sldMk cId="1825558908" sldId="320"/>
            <ac:picMk id="3" creationId="{384BE03B-3714-D664-7329-3AF18C58C1DE}"/>
          </ac:picMkLst>
        </pc:picChg>
      </pc:sldChg>
      <pc:sldChg chg="del">
        <pc:chgData name="Rahman, S M Atikur" userId="75436662-7151-4d1f-9973-921be870118f" providerId="ADAL" clId="{899350E2-5B15-43FE-B113-EFDCAACAABA3}" dt="2025-12-01T18:13:28.434" v="57" actId="47"/>
        <pc:sldMkLst>
          <pc:docMk/>
          <pc:sldMk cId="2741005855" sldId="321"/>
        </pc:sldMkLst>
      </pc:sldChg>
      <pc:sldChg chg="del">
        <pc:chgData name="Rahman, S M Atikur" userId="75436662-7151-4d1f-9973-921be870118f" providerId="ADAL" clId="{899350E2-5B15-43FE-B113-EFDCAACAABA3}" dt="2025-12-01T18:13:29.615" v="58" actId="47"/>
        <pc:sldMkLst>
          <pc:docMk/>
          <pc:sldMk cId="1508874265" sldId="32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F88C378-01A2-4495-A01A-7D01CEC526FD}" type="datetimeFigureOut">
              <a:rPr lang="en-CA" smtClean="0"/>
              <a:t>2025-12-03</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790764-3C60-406B-8037-76D0A1E46764}" type="slidenum">
              <a:rPr lang="en-CA" smtClean="0"/>
              <a:t>‹#›</a:t>
            </a:fld>
            <a:endParaRPr lang="en-CA"/>
          </a:p>
        </p:txBody>
      </p:sp>
    </p:spTree>
    <p:extLst>
      <p:ext uri="{BB962C8B-B14F-4D97-AF65-F5344CB8AC3E}">
        <p14:creationId xmlns:p14="http://schemas.microsoft.com/office/powerpoint/2010/main" val="20977126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CE790764-3C60-406B-8037-76D0A1E46764}" type="slidenum">
              <a:rPr lang="en-CA" smtClean="0"/>
              <a:t>1</a:t>
            </a:fld>
            <a:endParaRPr lang="en-CA"/>
          </a:p>
        </p:txBody>
      </p:sp>
    </p:spTree>
    <p:extLst>
      <p:ext uri="{BB962C8B-B14F-4D97-AF65-F5344CB8AC3E}">
        <p14:creationId xmlns:p14="http://schemas.microsoft.com/office/powerpoint/2010/main" val="281977950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pic>
        <p:nvPicPr>
          <p:cNvPr id="7" name="Picture 2">
            <a:extLst>
              <a:ext uri="{FF2B5EF4-FFF2-40B4-BE49-F238E27FC236}">
                <a16:creationId xmlns:a16="http://schemas.microsoft.com/office/drawing/2014/main" id="{F2C614BF-0063-974E-8147-2DECA6660F2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6">
            <a:extLst>
              <a:ext uri="{FF2B5EF4-FFF2-40B4-BE49-F238E27FC236}">
                <a16:creationId xmlns:a16="http://schemas.microsoft.com/office/drawing/2014/main" id="{611AD98A-50E3-434F-AA4A-F9555BFAB3B3}"/>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52439" y="6099209"/>
            <a:ext cx="3197070" cy="5603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a:extLst>
              <a:ext uri="{FF2B5EF4-FFF2-40B4-BE49-F238E27FC236}">
                <a16:creationId xmlns:a16="http://schemas.microsoft.com/office/drawing/2014/main" id="{02FFB3DC-D0DF-E74E-AB40-267FB934DE9A}"/>
              </a:ext>
            </a:extLst>
          </p:cNvPr>
          <p:cNvPicPr>
            <a:picLocks noChangeAspect="1"/>
          </p:cNvPicPr>
          <p:nvPr userDrawn="1"/>
        </p:nvPicPr>
        <p:blipFill>
          <a:blip r:embed="rId4">
            <a:alphaModFix amt="27000"/>
          </a:blip>
          <a:stretch>
            <a:fillRect/>
          </a:stretch>
        </p:blipFill>
        <p:spPr>
          <a:xfrm>
            <a:off x="5461000" y="0"/>
            <a:ext cx="9842499" cy="9842499"/>
          </a:xfrm>
          <a:prstGeom prst="rect">
            <a:avLst/>
          </a:prstGeom>
        </p:spPr>
      </p:pic>
    </p:spTree>
    <p:extLst>
      <p:ext uri="{BB962C8B-B14F-4D97-AF65-F5344CB8AC3E}">
        <p14:creationId xmlns:p14="http://schemas.microsoft.com/office/powerpoint/2010/main" val="35599722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tandard Slide">
    <p:spTree>
      <p:nvGrpSpPr>
        <p:cNvPr id="1" name=""/>
        <p:cNvGrpSpPr/>
        <p:nvPr/>
      </p:nvGrpSpPr>
      <p:grpSpPr>
        <a:xfrm>
          <a:off x="0" y="0"/>
          <a:ext cx="0" cy="0"/>
          <a:chOff x="0" y="0"/>
          <a:chExt cx="0" cy="0"/>
        </a:xfrm>
      </p:grpSpPr>
      <p:pic>
        <p:nvPicPr>
          <p:cNvPr id="18" name="Picture 2">
            <a:extLst>
              <a:ext uri="{FF2B5EF4-FFF2-40B4-BE49-F238E27FC236}">
                <a16:creationId xmlns:a16="http://schemas.microsoft.com/office/drawing/2014/main" id="{707B433C-07C6-EE4C-84E8-1783921227E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 y="0"/>
            <a:ext cx="73977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33">
            <a:extLst>
              <a:ext uri="{FF2B5EF4-FFF2-40B4-BE49-F238E27FC236}">
                <a16:creationId xmlns:a16="http://schemas.microsoft.com/office/drawing/2014/main" id="{B09663C2-C828-0545-9FF5-AA8A81F4C52C}"/>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52439" y="6093198"/>
            <a:ext cx="3213254" cy="563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548404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UTEP Mission">
    <p:spTree>
      <p:nvGrpSpPr>
        <p:cNvPr id="1" name=""/>
        <p:cNvGrpSpPr/>
        <p:nvPr/>
      </p:nvGrpSpPr>
      <p:grpSpPr>
        <a:xfrm>
          <a:off x="0" y="0"/>
          <a:ext cx="0" cy="0"/>
          <a:chOff x="0" y="0"/>
          <a:chExt cx="0" cy="0"/>
        </a:xfrm>
      </p:grpSpPr>
      <p:pic>
        <p:nvPicPr>
          <p:cNvPr id="18" name="Picture 2">
            <a:extLst>
              <a:ext uri="{FF2B5EF4-FFF2-40B4-BE49-F238E27FC236}">
                <a16:creationId xmlns:a16="http://schemas.microsoft.com/office/drawing/2014/main" id="{707B433C-07C6-EE4C-84E8-1783921227E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 y="0"/>
            <a:ext cx="73977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33">
            <a:extLst>
              <a:ext uri="{FF2B5EF4-FFF2-40B4-BE49-F238E27FC236}">
                <a16:creationId xmlns:a16="http://schemas.microsoft.com/office/drawing/2014/main" id="{B09663C2-C828-0545-9FF5-AA8A81F4C52C}"/>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52439" y="6093198"/>
            <a:ext cx="3213254" cy="563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TextBox 19">
            <a:extLst>
              <a:ext uri="{FF2B5EF4-FFF2-40B4-BE49-F238E27FC236}">
                <a16:creationId xmlns:a16="http://schemas.microsoft.com/office/drawing/2014/main" id="{73510D55-2D57-2741-A0D8-121CB2E52F4E}"/>
              </a:ext>
            </a:extLst>
          </p:cNvPr>
          <p:cNvSpPr txBox="1">
            <a:spLocks noChangeArrowheads="1"/>
          </p:cNvSpPr>
          <p:nvPr userDrawn="1"/>
        </p:nvSpPr>
        <p:spPr bwMode="auto">
          <a:xfrm>
            <a:off x="949325" y="415677"/>
            <a:ext cx="10806947" cy="6309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None/>
            </a:pPr>
            <a:r>
              <a:rPr lang="en-US" altLang="en-US" sz="3500" b="1">
                <a:solidFill>
                  <a:schemeClr val="tx1">
                    <a:lumMod val="75000"/>
                    <a:lumOff val="25000"/>
                  </a:schemeClr>
                </a:solidFill>
                <a:ea typeface="Open Sans Semibold" panose="020B0706030804020204" pitchFamily="34" charset="0"/>
                <a:cs typeface="Calibri" panose="020F0502020204030204" pitchFamily="34" charset="0"/>
              </a:rPr>
              <a:t>AMERICA’S LEADING HISPANIC-SERVING UNIVERSITY</a:t>
            </a:r>
          </a:p>
        </p:txBody>
      </p:sp>
      <p:sp>
        <p:nvSpPr>
          <p:cNvPr id="21" name="TextBox 20">
            <a:extLst>
              <a:ext uri="{FF2B5EF4-FFF2-40B4-BE49-F238E27FC236}">
                <a16:creationId xmlns:a16="http://schemas.microsoft.com/office/drawing/2014/main" id="{75F6F0D3-D852-6F4C-850D-2EE57137907E}"/>
              </a:ext>
            </a:extLst>
          </p:cNvPr>
          <p:cNvSpPr txBox="1"/>
          <p:nvPr userDrawn="1"/>
        </p:nvSpPr>
        <p:spPr>
          <a:xfrm>
            <a:off x="949325" y="1503485"/>
            <a:ext cx="9083656" cy="2739211"/>
          </a:xfrm>
          <a:prstGeom prst="rect">
            <a:avLst/>
          </a:prstGeom>
          <a:noFill/>
        </p:spPr>
        <p:txBody>
          <a:bodyPr wrap="square" rtlCol="0">
            <a:spAutoFit/>
          </a:bodyPr>
          <a:lstStyle/>
          <a:p>
            <a:r>
              <a:rPr lang="en-US" sz="3200" b="1"/>
              <a:t>Our mission</a:t>
            </a:r>
          </a:p>
          <a:p>
            <a:endParaRPr lang="en-US" sz="2800"/>
          </a:p>
          <a:p>
            <a:r>
              <a:rPr lang="en-US" sz="2800" b="1" u="sng">
                <a:solidFill>
                  <a:srgbClr val="FF8300"/>
                </a:solidFill>
              </a:rPr>
              <a:t>UTEP</a:t>
            </a:r>
            <a:r>
              <a:rPr lang="en-US" sz="2800"/>
              <a:t> is a comprehensive public research university that is increasing </a:t>
            </a:r>
            <a:r>
              <a:rPr lang="en-US" sz="2800" b="1" u="sng">
                <a:solidFill>
                  <a:srgbClr val="FF8300"/>
                </a:solidFill>
              </a:rPr>
              <a:t>access</a:t>
            </a:r>
            <a:r>
              <a:rPr lang="en-US" sz="2800"/>
              <a:t> to </a:t>
            </a:r>
            <a:r>
              <a:rPr lang="en-US" sz="2800" b="1" u="sng">
                <a:solidFill>
                  <a:srgbClr val="FF8300"/>
                </a:solidFill>
              </a:rPr>
              <a:t>excellent</a:t>
            </a:r>
            <a:r>
              <a:rPr lang="en-US" sz="2800"/>
              <a:t> higher education. We advance discovery of public value and positively </a:t>
            </a:r>
            <a:r>
              <a:rPr lang="en-US" sz="2800" b="1" u="sng">
                <a:solidFill>
                  <a:srgbClr val="FF8300"/>
                </a:solidFill>
              </a:rPr>
              <a:t>impact</a:t>
            </a:r>
            <a:r>
              <a:rPr lang="en-US" sz="2800"/>
              <a:t> the health, culture, education, and economy of the community we serve.</a:t>
            </a:r>
          </a:p>
        </p:txBody>
      </p:sp>
    </p:spTree>
    <p:extLst>
      <p:ext uri="{BB962C8B-B14F-4D97-AF65-F5344CB8AC3E}">
        <p14:creationId xmlns:p14="http://schemas.microsoft.com/office/powerpoint/2010/main" val="5373821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ue &amp; Bold">
    <p:spTree>
      <p:nvGrpSpPr>
        <p:cNvPr id="1" name=""/>
        <p:cNvGrpSpPr/>
        <p:nvPr/>
      </p:nvGrpSpPr>
      <p:grpSpPr>
        <a:xfrm>
          <a:off x="0" y="0"/>
          <a:ext cx="0" cy="0"/>
          <a:chOff x="0" y="0"/>
          <a:chExt cx="0" cy="0"/>
        </a:xfrm>
      </p:grpSpPr>
      <p:pic>
        <p:nvPicPr>
          <p:cNvPr id="7" name="Picture 2">
            <a:extLst>
              <a:ext uri="{FF2B5EF4-FFF2-40B4-BE49-F238E27FC236}">
                <a16:creationId xmlns:a16="http://schemas.microsoft.com/office/drawing/2014/main" id="{F2C614BF-0063-974E-8147-2DECA6660F2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6">
            <a:extLst>
              <a:ext uri="{FF2B5EF4-FFF2-40B4-BE49-F238E27FC236}">
                <a16:creationId xmlns:a16="http://schemas.microsoft.com/office/drawing/2014/main" id="{611AD98A-50E3-434F-AA4A-F9555BFAB3B3}"/>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52439" y="6099209"/>
            <a:ext cx="3197070" cy="5603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050862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Gray">
    <p:spTree>
      <p:nvGrpSpPr>
        <p:cNvPr id="1" name=""/>
        <p:cNvGrpSpPr/>
        <p:nvPr/>
      </p:nvGrpSpPr>
      <p:grpSpPr>
        <a:xfrm>
          <a:off x="0" y="0"/>
          <a:ext cx="0" cy="0"/>
          <a:chOff x="0" y="0"/>
          <a:chExt cx="0" cy="0"/>
        </a:xfrm>
      </p:grpSpPr>
      <p:pic>
        <p:nvPicPr>
          <p:cNvPr id="8" name="Picture 1">
            <a:extLst>
              <a:ext uri="{FF2B5EF4-FFF2-40B4-BE49-F238E27FC236}">
                <a16:creationId xmlns:a16="http://schemas.microsoft.com/office/drawing/2014/main" id="{F957BE1D-08CD-1644-B95D-E11C02CBDC10}"/>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588" y="0"/>
            <a:ext cx="12193588"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3">
            <a:extLst>
              <a:ext uri="{FF2B5EF4-FFF2-40B4-BE49-F238E27FC236}">
                <a16:creationId xmlns:a16="http://schemas.microsoft.com/office/drawing/2014/main" id="{D573FAB2-02EF-E548-A68B-DE7119DE0ED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52439" y="6093198"/>
            <a:ext cx="3213254" cy="563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921309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pic>
        <p:nvPicPr>
          <p:cNvPr id="10" name="Picture 9" descr="A picture containing grass, outdoor, sky, building&#10;&#10;Description automatically generated">
            <a:extLst>
              <a:ext uri="{FF2B5EF4-FFF2-40B4-BE49-F238E27FC236}">
                <a16:creationId xmlns:a16="http://schemas.microsoft.com/office/drawing/2014/main" id="{FF8C19EA-55D9-442E-A4EE-B0C65B0509C4}"/>
              </a:ext>
            </a:extLst>
          </p:cNvPr>
          <p:cNvPicPr>
            <a:picLocks noChangeAspect="1"/>
          </p:cNvPicPr>
          <p:nvPr userDrawn="1"/>
        </p:nvPicPr>
        <p:blipFill rotWithShape="1">
          <a:blip r:embed="rId2">
            <a:alphaModFix amt="70000"/>
            <a:extLst>
              <a:ext uri="{28A0092B-C50C-407E-A947-70E740481C1C}">
                <a14:useLocalDpi xmlns:a14="http://schemas.microsoft.com/office/drawing/2010/main" val="0"/>
              </a:ext>
            </a:extLst>
          </a:blip>
          <a:srcRect t="8392" b="270"/>
          <a:stretch/>
        </p:blipFill>
        <p:spPr>
          <a:xfrm>
            <a:off x="0" y="0"/>
            <a:ext cx="12205856" cy="6864376"/>
          </a:xfrm>
          <a:prstGeom prst="rect">
            <a:avLst/>
          </a:prstGeom>
        </p:spPr>
      </p:pic>
      <p:sp>
        <p:nvSpPr>
          <p:cNvPr id="3" name="Subtitle 2">
            <a:extLst>
              <a:ext uri="{FF2B5EF4-FFF2-40B4-BE49-F238E27FC236}">
                <a16:creationId xmlns:a16="http://schemas.microsoft.com/office/drawing/2014/main" id="{6E7D89C1-749D-43C9-A9B5-276550308575}"/>
              </a:ext>
            </a:extLst>
          </p:cNvPr>
          <p:cNvSpPr>
            <a:spLocks noGrp="1"/>
          </p:cNvSpPr>
          <p:nvPr>
            <p:ph type="subTitle" idx="1"/>
          </p:nvPr>
        </p:nvSpPr>
        <p:spPr>
          <a:xfrm>
            <a:off x="614230" y="1493464"/>
            <a:ext cx="10815771" cy="4762444"/>
          </a:xfrm>
        </p:spPr>
        <p:txBody>
          <a:bodyPr>
            <a:normAutofit/>
          </a:bodyPr>
          <a:lstStyle>
            <a:lvl1pPr marL="0" indent="0" algn="l">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831E01E3-2020-407E-BB84-EE26AA5744A9}"/>
              </a:ext>
            </a:extLst>
          </p:cNvPr>
          <p:cNvSpPr>
            <a:spLocks noGrp="1"/>
          </p:cNvSpPr>
          <p:nvPr>
            <p:ph type="dt" sz="half" idx="10"/>
          </p:nvPr>
        </p:nvSpPr>
        <p:spPr>
          <a:xfrm>
            <a:off x="487680" y="6356350"/>
            <a:ext cx="3341370" cy="365125"/>
          </a:xfrm>
        </p:spPr>
        <p:txBody>
          <a:bodyPr/>
          <a:lstStyle/>
          <a:p>
            <a:fld id="{38176154-8FD8-4136-884C-C23A6A654143}" type="datetimeFigureOut">
              <a:rPr lang="en-US" smtClean="0"/>
              <a:t>12/3/2025</a:t>
            </a:fld>
            <a:endParaRPr lang="en-US" dirty="0"/>
          </a:p>
        </p:txBody>
      </p:sp>
      <p:sp>
        <p:nvSpPr>
          <p:cNvPr id="5" name="Footer Placeholder 4">
            <a:extLst>
              <a:ext uri="{FF2B5EF4-FFF2-40B4-BE49-F238E27FC236}">
                <a16:creationId xmlns:a16="http://schemas.microsoft.com/office/drawing/2014/main" id="{16EC9EA6-2623-48EC-A05A-E337B7A64C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CBDB0E-0468-4B9B-9B6C-9BAD9BB66E0C}"/>
              </a:ext>
            </a:extLst>
          </p:cNvPr>
          <p:cNvSpPr>
            <a:spLocks noGrp="1"/>
          </p:cNvSpPr>
          <p:nvPr>
            <p:ph type="sldNum" sz="quarter" idx="12"/>
          </p:nvPr>
        </p:nvSpPr>
        <p:spPr>
          <a:xfrm>
            <a:off x="8610600" y="6356350"/>
            <a:ext cx="2819401" cy="365125"/>
          </a:xfrm>
        </p:spPr>
        <p:txBody>
          <a:bodyPr/>
          <a:lstStyle/>
          <a:p>
            <a:fld id="{D57AC271-404C-4485-8C9D-B9A564D95774}" type="slidenum">
              <a:rPr lang="en-US" smtClean="0"/>
              <a:t>‹#›</a:t>
            </a:fld>
            <a:endParaRPr lang="en-US"/>
          </a:p>
        </p:txBody>
      </p:sp>
      <p:grpSp>
        <p:nvGrpSpPr>
          <p:cNvPr id="25" name="Group 24">
            <a:extLst>
              <a:ext uri="{FF2B5EF4-FFF2-40B4-BE49-F238E27FC236}">
                <a16:creationId xmlns:a16="http://schemas.microsoft.com/office/drawing/2014/main" id="{D81EAF8F-9216-42F7-9B68-659069AA0C30}"/>
              </a:ext>
            </a:extLst>
          </p:cNvPr>
          <p:cNvGrpSpPr/>
          <p:nvPr userDrawn="1"/>
        </p:nvGrpSpPr>
        <p:grpSpPr>
          <a:xfrm>
            <a:off x="9740180" y="-21067"/>
            <a:ext cx="2465676" cy="6879067"/>
            <a:chOff x="9740180" y="-21067"/>
            <a:chExt cx="2465676" cy="6879067"/>
          </a:xfrm>
        </p:grpSpPr>
        <p:cxnSp>
          <p:nvCxnSpPr>
            <p:cNvPr id="8" name="Straight Connector 7">
              <a:extLst>
                <a:ext uri="{FF2B5EF4-FFF2-40B4-BE49-F238E27FC236}">
                  <a16:creationId xmlns:a16="http://schemas.microsoft.com/office/drawing/2014/main" id="{F297A0F9-3AD4-4984-AB07-0CCFF7DD511A}"/>
                </a:ext>
              </a:extLst>
            </p:cNvPr>
            <p:cNvCxnSpPr>
              <a:cxnSpLocks/>
            </p:cNvCxnSpPr>
            <p:nvPr userDrawn="1"/>
          </p:nvCxnSpPr>
          <p:spPr>
            <a:xfrm>
              <a:off x="9740180" y="-21067"/>
              <a:ext cx="43640" cy="465164"/>
            </a:xfrm>
            <a:prstGeom prst="line">
              <a:avLst/>
            </a:prstGeom>
            <a:ln w="95250">
              <a:solidFill>
                <a:srgbClr val="F4822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0B26868F-058D-4E85-B360-0F9F0D43B018}"/>
                </a:ext>
              </a:extLst>
            </p:cNvPr>
            <p:cNvCxnSpPr>
              <a:cxnSpLocks/>
            </p:cNvCxnSpPr>
            <p:nvPr userDrawn="1"/>
          </p:nvCxnSpPr>
          <p:spPr>
            <a:xfrm>
              <a:off x="9836206" y="1350977"/>
              <a:ext cx="399994" cy="5507023"/>
            </a:xfrm>
            <a:prstGeom prst="line">
              <a:avLst/>
            </a:prstGeom>
            <a:ln w="95250">
              <a:solidFill>
                <a:srgbClr val="F4822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A39EB5E6-68BF-403D-98E9-571E5D32C182}"/>
                </a:ext>
              </a:extLst>
            </p:cNvPr>
            <p:cNvCxnSpPr>
              <a:cxnSpLocks/>
            </p:cNvCxnSpPr>
            <p:nvPr userDrawn="1"/>
          </p:nvCxnSpPr>
          <p:spPr>
            <a:xfrm>
              <a:off x="10236200" y="6808472"/>
              <a:ext cx="1969656" cy="0"/>
            </a:xfrm>
            <a:prstGeom prst="line">
              <a:avLst/>
            </a:prstGeom>
            <a:ln w="95250">
              <a:solidFill>
                <a:srgbClr val="FF8200"/>
              </a:solidFill>
            </a:ln>
          </p:spPr>
          <p:style>
            <a:lnRef idx="1">
              <a:schemeClr val="accent1"/>
            </a:lnRef>
            <a:fillRef idx="0">
              <a:schemeClr val="accent1"/>
            </a:fillRef>
            <a:effectRef idx="0">
              <a:schemeClr val="accent1"/>
            </a:effectRef>
            <a:fontRef idx="minor">
              <a:schemeClr val="tx1"/>
            </a:fontRef>
          </p:style>
        </p:cxnSp>
      </p:grpSp>
      <p:sp>
        <p:nvSpPr>
          <p:cNvPr id="23" name="Flowchart: Manual Input 22">
            <a:extLst>
              <a:ext uri="{FF2B5EF4-FFF2-40B4-BE49-F238E27FC236}">
                <a16:creationId xmlns:a16="http://schemas.microsoft.com/office/drawing/2014/main" id="{BD994D09-7CC5-47BA-81CD-5C9E46901273}"/>
              </a:ext>
            </a:extLst>
          </p:cNvPr>
          <p:cNvSpPr/>
          <p:nvPr userDrawn="1"/>
        </p:nvSpPr>
        <p:spPr>
          <a:xfrm rot="16200000">
            <a:off x="7580069" y="2182681"/>
            <a:ext cx="6829537" cy="2422036"/>
          </a:xfrm>
          <a:prstGeom prst="flowChartManualInput">
            <a:avLst/>
          </a:prstGeom>
          <a:gradFill>
            <a:gsLst>
              <a:gs pos="100000">
                <a:srgbClr val="B1B3B3"/>
              </a:gs>
              <a:gs pos="65000">
                <a:srgbClr val="B1B3B3">
                  <a:alpha val="60000"/>
                </a:srgbClr>
              </a:gs>
              <a:gs pos="0">
                <a:srgbClr val="B1B3B3"/>
              </a:gs>
              <a:gs pos="0">
                <a:srgbClr val="D9D9D9"/>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dirty="0"/>
          </a:p>
        </p:txBody>
      </p:sp>
      <p:sp>
        <p:nvSpPr>
          <p:cNvPr id="27" name="Rectangle 26">
            <a:extLst>
              <a:ext uri="{FF2B5EF4-FFF2-40B4-BE49-F238E27FC236}">
                <a16:creationId xmlns:a16="http://schemas.microsoft.com/office/drawing/2014/main" id="{2DEF7138-B658-43D7-A2F4-391EA691EFE6}"/>
              </a:ext>
            </a:extLst>
          </p:cNvPr>
          <p:cNvSpPr/>
          <p:nvPr userDrawn="1"/>
        </p:nvSpPr>
        <p:spPr>
          <a:xfrm>
            <a:off x="614230" y="444097"/>
            <a:ext cx="10942322" cy="906880"/>
          </a:xfrm>
          <a:prstGeom prst="rect">
            <a:avLst/>
          </a:prstGeom>
          <a:solidFill>
            <a:srgbClr val="041E42"/>
          </a:solidFill>
          <a:ln w="57150" cmpd="sng">
            <a:solidFill>
              <a:srgbClr val="F482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68B6163-9C36-4757-BE63-449C6564C78C}"/>
              </a:ext>
            </a:extLst>
          </p:cNvPr>
          <p:cNvSpPr>
            <a:spLocks noGrp="1"/>
          </p:cNvSpPr>
          <p:nvPr>
            <p:ph type="ctrTitle"/>
          </p:nvPr>
        </p:nvSpPr>
        <p:spPr>
          <a:xfrm>
            <a:off x="718762" y="517310"/>
            <a:ext cx="10678129" cy="765935"/>
          </a:xfrm>
        </p:spPr>
        <p:txBody>
          <a:bodyPr anchor="b">
            <a:noAutofit/>
          </a:bodyPr>
          <a:lstStyle>
            <a:lvl1pPr algn="ctr">
              <a:defRPr sz="4800">
                <a:solidFill>
                  <a:schemeClr val="bg1"/>
                </a:solidFill>
              </a:defRPr>
            </a:lvl1pPr>
          </a:lstStyle>
          <a:p>
            <a:r>
              <a:rPr lang="en-US" dirty="0"/>
              <a:t>Click to edit Master title style</a:t>
            </a:r>
          </a:p>
        </p:txBody>
      </p:sp>
      <p:pic>
        <p:nvPicPr>
          <p:cNvPr id="21" name="Picture 20" descr="Logo&#10;&#10;Description automatically generated">
            <a:extLst>
              <a:ext uri="{FF2B5EF4-FFF2-40B4-BE49-F238E27FC236}">
                <a16:creationId xmlns:a16="http://schemas.microsoft.com/office/drawing/2014/main" id="{C108D895-EA14-477F-805A-2833FDF7C97E}"/>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11430001" y="6184358"/>
            <a:ext cx="768925" cy="645177"/>
          </a:xfrm>
          <a:prstGeom prst="rect">
            <a:avLst/>
          </a:prstGeom>
        </p:spPr>
      </p:pic>
      <p:grpSp>
        <p:nvGrpSpPr>
          <p:cNvPr id="22" name="Group 21">
            <a:extLst>
              <a:ext uri="{FF2B5EF4-FFF2-40B4-BE49-F238E27FC236}">
                <a16:creationId xmlns:a16="http://schemas.microsoft.com/office/drawing/2014/main" id="{E98AE9E8-6822-444F-8D4D-D111DA93BD0B}"/>
              </a:ext>
            </a:extLst>
          </p:cNvPr>
          <p:cNvGrpSpPr/>
          <p:nvPr userDrawn="1"/>
        </p:nvGrpSpPr>
        <p:grpSpPr>
          <a:xfrm>
            <a:off x="10174290" y="6189007"/>
            <a:ext cx="1255709" cy="645177"/>
            <a:chOff x="10174290" y="6189007"/>
            <a:chExt cx="1255709" cy="645177"/>
          </a:xfrm>
          <a:solidFill>
            <a:srgbClr val="F48221"/>
          </a:solidFill>
        </p:grpSpPr>
        <p:sp>
          <p:nvSpPr>
            <p:cNvPr id="26" name="Flowchart: Process 25">
              <a:extLst>
                <a:ext uri="{FF2B5EF4-FFF2-40B4-BE49-F238E27FC236}">
                  <a16:creationId xmlns:a16="http://schemas.microsoft.com/office/drawing/2014/main" id="{0E4EAA75-5520-46AD-A320-630D662C476C}"/>
                </a:ext>
              </a:extLst>
            </p:cNvPr>
            <p:cNvSpPr/>
            <p:nvPr userDrawn="1"/>
          </p:nvSpPr>
          <p:spPr>
            <a:xfrm>
              <a:off x="10236197" y="6189007"/>
              <a:ext cx="1193802" cy="645177"/>
            </a:xfrm>
            <a:prstGeom prst="flowChartProcess">
              <a:avLst/>
            </a:prstGeom>
            <a:grpFill/>
            <a:ln>
              <a:solidFill>
                <a:srgbClr val="F482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ight Triangle 27">
              <a:extLst>
                <a:ext uri="{FF2B5EF4-FFF2-40B4-BE49-F238E27FC236}">
                  <a16:creationId xmlns:a16="http://schemas.microsoft.com/office/drawing/2014/main" id="{D0E98F2A-5805-45E4-9725-322995766F89}"/>
                </a:ext>
              </a:extLst>
            </p:cNvPr>
            <p:cNvSpPr/>
            <p:nvPr userDrawn="1"/>
          </p:nvSpPr>
          <p:spPr>
            <a:xfrm rot="10800000">
              <a:off x="10174290" y="6189347"/>
              <a:ext cx="140477" cy="624109"/>
            </a:xfrm>
            <a:prstGeom prst="rtTriangle">
              <a:avLst/>
            </a:prstGeom>
            <a:grpFill/>
            <a:ln>
              <a:solidFill>
                <a:srgbClr val="F482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231393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10703581"/>
      </p:ext>
    </p:extLst>
  </p:cSld>
  <p:clrMap bg1="lt1" tx1="dk1" bg2="lt2" tx2="dk2" accent1="accent1" accent2="accent2" accent3="accent3" accent4="accent4" accent5="accent5" accent6="accent6" hlink="hlink" folHlink="folHlink"/>
  <p:sldLayoutIdLst>
    <p:sldLayoutId id="2147483665" r:id="rId1"/>
    <p:sldLayoutId id="2147483661" r:id="rId2"/>
    <p:sldLayoutId id="2147483649" r:id="rId3"/>
    <p:sldLayoutId id="2147483660" r:id="rId4"/>
    <p:sldLayoutId id="2147483663" r:id="rId5"/>
    <p:sldLayoutId id="2147483666"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EEFA7CA7-01B2-CF5A-B8DE-E773599FBAF2}"/>
              </a:ext>
            </a:extLst>
          </p:cNvPr>
          <p:cNvSpPr txBox="1"/>
          <p:nvPr/>
        </p:nvSpPr>
        <p:spPr>
          <a:xfrm>
            <a:off x="2397327" y="1696109"/>
            <a:ext cx="3342681"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Paper ID: con318</a:t>
            </a:r>
          </a:p>
        </p:txBody>
      </p:sp>
      <p:sp>
        <p:nvSpPr>
          <p:cNvPr id="4" name="TextBox 3">
            <a:extLst>
              <a:ext uri="{FF2B5EF4-FFF2-40B4-BE49-F238E27FC236}">
                <a16:creationId xmlns:a16="http://schemas.microsoft.com/office/drawing/2014/main" id="{56AE5963-2AD4-A055-9C0D-5BC85419647D}"/>
              </a:ext>
            </a:extLst>
          </p:cNvPr>
          <p:cNvSpPr txBox="1"/>
          <p:nvPr/>
        </p:nvSpPr>
        <p:spPr>
          <a:xfrm>
            <a:off x="402765" y="341892"/>
            <a:ext cx="11386470" cy="1815882"/>
          </a:xfrm>
          <a:prstGeom prst="rect">
            <a:avLst/>
          </a:prstGeom>
          <a:solidFill>
            <a:srgbClr val="002060"/>
          </a:solidFill>
          <a:ln w="76200">
            <a:solidFill>
              <a:schemeClr val="accent2">
                <a:lumMod val="75000"/>
              </a:schemeClr>
            </a:solidFill>
          </a:ln>
        </p:spPr>
        <p:txBody>
          <a:bodyPr wrap="square" rtlCol="0">
            <a:spAutoFit/>
          </a:bodyPr>
          <a:lstStyle/>
          <a:p>
            <a:pPr algn="ctr"/>
            <a:r>
              <a:rPr lang="en-CA" sz="2400" b="1" dirty="0">
                <a:solidFill>
                  <a:schemeClr val="bg1"/>
                </a:solidFill>
                <a:latin typeface="Times New Roman" panose="02020603050405020304" pitchFamily="18" charset="0"/>
                <a:cs typeface="Times New Roman" panose="02020603050405020304" pitchFamily="18" charset="0"/>
              </a:rPr>
              <a:t>A HYBRID SIMULATION-BASED APPROACH FOR ADAPTIVE PRODUCTION AND DEMAND MANAGEMENT IN COMPETITIVE MARKETS</a:t>
            </a:r>
            <a:endParaRPr lang="en-CA" sz="2400" dirty="0">
              <a:solidFill>
                <a:schemeClr val="bg1"/>
              </a:solidFill>
              <a:latin typeface="Times New Roman" panose="02020603050405020304" pitchFamily="18" charset="0"/>
              <a:cs typeface="Times New Roman" panose="02020603050405020304" pitchFamily="18" charset="0"/>
            </a:endParaRPr>
          </a:p>
          <a:p>
            <a:pPr algn="ctr"/>
            <a:endParaRPr lang="en-US" sz="3200" b="1" dirty="0">
              <a:solidFill>
                <a:schemeClr val="bg2"/>
              </a:solidFill>
              <a:latin typeface="Times New Roman" panose="02020603050405020304" pitchFamily="18" charset="0"/>
              <a:cs typeface="Times New Roman" panose="02020603050405020304" pitchFamily="18" charset="0"/>
            </a:endParaRPr>
          </a:p>
          <a:p>
            <a:pPr algn="ctr"/>
            <a:r>
              <a:rPr lang="en-US" sz="3200" b="1" dirty="0">
                <a:solidFill>
                  <a:schemeClr val="bg2"/>
                </a:solidFill>
                <a:latin typeface="Times New Roman" panose="02020603050405020304" pitchFamily="18" charset="0"/>
                <a:cs typeface="Times New Roman" panose="02020603050405020304" pitchFamily="18" charset="0"/>
              </a:rPr>
              <a:t>Paper ID: con124</a:t>
            </a:r>
          </a:p>
        </p:txBody>
      </p:sp>
      <p:pic>
        <p:nvPicPr>
          <p:cNvPr id="3" name="Picture 2">
            <a:extLst>
              <a:ext uri="{FF2B5EF4-FFF2-40B4-BE49-F238E27FC236}">
                <a16:creationId xmlns:a16="http://schemas.microsoft.com/office/drawing/2014/main" id="{207D98D9-9533-D75E-1451-52564B888E10}"/>
              </a:ext>
            </a:extLst>
          </p:cNvPr>
          <p:cNvPicPr>
            <a:picLocks noChangeAspect="1"/>
          </p:cNvPicPr>
          <p:nvPr/>
        </p:nvPicPr>
        <p:blipFill>
          <a:blip r:embed="rId3"/>
          <a:stretch>
            <a:fillRect/>
          </a:stretch>
        </p:blipFill>
        <p:spPr>
          <a:xfrm>
            <a:off x="127000" y="3473450"/>
            <a:ext cx="3517900" cy="3238500"/>
          </a:xfrm>
          <a:prstGeom prst="rect">
            <a:avLst/>
          </a:prstGeom>
        </p:spPr>
      </p:pic>
      <p:sp>
        <p:nvSpPr>
          <p:cNvPr id="2" name="TextBox 1">
            <a:extLst>
              <a:ext uri="{FF2B5EF4-FFF2-40B4-BE49-F238E27FC236}">
                <a16:creationId xmlns:a16="http://schemas.microsoft.com/office/drawing/2014/main" id="{7DE592A8-157A-965A-8E76-B7B2CF18F979}"/>
              </a:ext>
            </a:extLst>
          </p:cNvPr>
          <p:cNvSpPr txBox="1"/>
          <p:nvPr/>
        </p:nvSpPr>
        <p:spPr>
          <a:xfrm>
            <a:off x="3506511" y="6162165"/>
            <a:ext cx="2233497" cy="707886"/>
          </a:xfrm>
          <a:prstGeom prst="rect">
            <a:avLst/>
          </a:prstGeom>
          <a:noFill/>
        </p:spPr>
        <p:txBody>
          <a:bodyPr wrap="none" rtlCol="0">
            <a:spAutoFit/>
          </a:bodyPr>
          <a:lstStyle/>
          <a:p>
            <a:r>
              <a:rPr lang="en-US" sz="2000" b="1" dirty="0">
                <a:solidFill>
                  <a:srgbClr val="002060"/>
                </a:solidFill>
                <a:highlight>
                  <a:srgbClr val="C0C0C0"/>
                </a:highlight>
              </a:rPr>
              <a:t>Presented By,</a:t>
            </a:r>
          </a:p>
          <a:p>
            <a:r>
              <a:rPr lang="en-US" sz="2000" b="1" dirty="0">
                <a:solidFill>
                  <a:srgbClr val="002060"/>
                </a:solidFill>
                <a:highlight>
                  <a:srgbClr val="C0C0C0"/>
                </a:highlight>
              </a:rPr>
              <a:t>S M Atikur Rahman</a:t>
            </a:r>
          </a:p>
        </p:txBody>
      </p:sp>
      <p:sp>
        <p:nvSpPr>
          <p:cNvPr id="5" name="TextBox 4">
            <a:extLst>
              <a:ext uri="{FF2B5EF4-FFF2-40B4-BE49-F238E27FC236}">
                <a16:creationId xmlns:a16="http://schemas.microsoft.com/office/drawing/2014/main" id="{8A3ABC95-DB79-B3EE-051C-661283D72ADE}"/>
              </a:ext>
            </a:extLst>
          </p:cNvPr>
          <p:cNvSpPr txBox="1"/>
          <p:nvPr/>
        </p:nvSpPr>
        <p:spPr>
          <a:xfrm>
            <a:off x="6652272" y="6179519"/>
            <a:ext cx="2739276" cy="707886"/>
          </a:xfrm>
          <a:prstGeom prst="rect">
            <a:avLst/>
          </a:prstGeom>
          <a:noFill/>
        </p:spPr>
        <p:txBody>
          <a:bodyPr wrap="none" rtlCol="0">
            <a:spAutoFit/>
          </a:bodyPr>
          <a:lstStyle/>
          <a:p>
            <a:r>
              <a:rPr lang="en-US" sz="2000" b="1" dirty="0">
                <a:solidFill>
                  <a:srgbClr val="002060"/>
                </a:solidFill>
                <a:highlight>
                  <a:srgbClr val="C0C0C0"/>
                </a:highlight>
              </a:rPr>
              <a:t>Advisor,</a:t>
            </a:r>
          </a:p>
          <a:p>
            <a:r>
              <a:rPr lang="en-US" sz="2000" b="1" dirty="0">
                <a:solidFill>
                  <a:srgbClr val="002060"/>
                </a:solidFill>
                <a:highlight>
                  <a:srgbClr val="C0C0C0"/>
                </a:highlight>
              </a:rPr>
              <a:t>Dr Md. </a:t>
            </a:r>
            <a:r>
              <a:rPr lang="en-US" sz="2000" b="1" dirty="0" err="1">
                <a:solidFill>
                  <a:srgbClr val="002060"/>
                </a:solidFill>
                <a:highlight>
                  <a:srgbClr val="C0C0C0"/>
                </a:highlight>
              </a:rPr>
              <a:t>Fashiar</a:t>
            </a:r>
            <a:r>
              <a:rPr lang="en-US" sz="2000" b="1" dirty="0">
                <a:solidFill>
                  <a:srgbClr val="002060"/>
                </a:solidFill>
                <a:highlight>
                  <a:srgbClr val="C0C0C0"/>
                </a:highlight>
              </a:rPr>
              <a:t>  Rahman</a:t>
            </a:r>
          </a:p>
        </p:txBody>
      </p:sp>
    </p:spTree>
    <p:extLst>
      <p:ext uri="{BB962C8B-B14F-4D97-AF65-F5344CB8AC3E}">
        <p14:creationId xmlns:p14="http://schemas.microsoft.com/office/powerpoint/2010/main" val="27047907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F98175-B58B-F3AA-F751-F33D70DD22DB}"/>
              </a:ext>
            </a:extLst>
          </p:cNvPr>
          <p:cNvSpPr txBox="1">
            <a:spLocks/>
          </p:cNvSpPr>
          <p:nvPr/>
        </p:nvSpPr>
        <p:spPr>
          <a:xfrm>
            <a:off x="4442604" y="99933"/>
            <a:ext cx="2288396" cy="79949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latin typeface="Times New Roman" panose="02020603050405020304" pitchFamily="18" charset="0"/>
                <a:cs typeface="Times New Roman" panose="02020603050405020304" pitchFamily="18" charset="0"/>
              </a:rPr>
              <a:t>Contents</a:t>
            </a:r>
          </a:p>
        </p:txBody>
      </p:sp>
      <p:sp>
        <p:nvSpPr>
          <p:cNvPr id="5" name="Content Placeholder 2">
            <a:extLst>
              <a:ext uri="{FF2B5EF4-FFF2-40B4-BE49-F238E27FC236}">
                <a16:creationId xmlns:a16="http://schemas.microsoft.com/office/drawing/2014/main" id="{1EDBBEB7-0392-C509-488F-E1ACDB1B5131}"/>
              </a:ext>
            </a:extLst>
          </p:cNvPr>
          <p:cNvSpPr txBox="1">
            <a:spLocks/>
          </p:cNvSpPr>
          <p:nvPr/>
        </p:nvSpPr>
        <p:spPr>
          <a:xfrm>
            <a:off x="4285524" y="1213479"/>
            <a:ext cx="4179026" cy="3683358"/>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 </a:t>
            </a:r>
            <a:r>
              <a:rPr lang="en-US" sz="1700" b="1" dirty="0">
                <a:latin typeface="Times New Roman" panose="02020603050405020304" pitchFamily="18" charset="0"/>
                <a:cs typeface="Times New Roman" panose="02020603050405020304" pitchFamily="18" charset="0"/>
              </a:rPr>
              <a:t>Introduction</a:t>
            </a:r>
          </a:p>
          <a:p>
            <a:pPr>
              <a:lnSpc>
                <a:spcPct val="100000"/>
              </a:lnSpc>
              <a:buFont typeface="Wingdings" panose="05000000000000000000" pitchFamily="2" charset="2"/>
              <a:buChar char="q"/>
            </a:pPr>
            <a:r>
              <a:rPr lang="en-US" sz="1700" b="1" dirty="0">
                <a:latin typeface="Times New Roman" panose="02020603050405020304" pitchFamily="18" charset="0"/>
                <a:cs typeface="Times New Roman" panose="02020603050405020304" pitchFamily="18" charset="0"/>
              </a:rPr>
              <a:t> Contribution </a:t>
            </a:r>
          </a:p>
          <a:p>
            <a:pPr>
              <a:lnSpc>
                <a:spcPct val="100000"/>
              </a:lnSpc>
              <a:buFont typeface="Wingdings" panose="05000000000000000000" pitchFamily="2" charset="2"/>
              <a:buChar char="q"/>
            </a:pPr>
            <a:r>
              <a:rPr lang="en-US" sz="1700" b="1" dirty="0">
                <a:latin typeface="Times New Roman" panose="02020603050405020304" pitchFamily="18" charset="0"/>
                <a:cs typeface="Times New Roman" panose="02020603050405020304" pitchFamily="18" charset="0"/>
              </a:rPr>
              <a:t>  problem description</a:t>
            </a:r>
          </a:p>
          <a:p>
            <a:pPr>
              <a:lnSpc>
                <a:spcPct val="100000"/>
              </a:lnSpc>
              <a:buFont typeface="Wingdings" panose="05000000000000000000" pitchFamily="2" charset="2"/>
              <a:buChar char="q"/>
            </a:pPr>
            <a:r>
              <a:rPr lang="en-US" sz="1700" b="1" dirty="0">
                <a:latin typeface="Times New Roman" panose="02020603050405020304" pitchFamily="18" charset="0"/>
                <a:cs typeface="Times New Roman" panose="02020603050405020304" pitchFamily="18" charset="0"/>
              </a:rPr>
              <a:t>  </a:t>
            </a:r>
            <a:r>
              <a:rPr lang="en-US" sz="1700" b="1" kern="0" dirty="0">
                <a:latin typeface="Times New Roman" panose="02020603050405020304" pitchFamily="18" charset="0"/>
                <a:ea typeface="Yu Mincho" panose="02020400000000000000" pitchFamily="18" charset="-128"/>
              </a:rPr>
              <a:t>Model description</a:t>
            </a:r>
          </a:p>
          <a:p>
            <a:pPr>
              <a:lnSpc>
                <a:spcPct val="100000"/>
              </a:lnSpc>
              <a:buFont typeface="Wingdings" panose="05000000000000000000" pitchFamily="2" charset="2"/>
              <a:buChar char="q"/>
            </a:pPr>
            <a:r>
              <a:rPr lang="en-US" sz="1700" b="1" dirty="0">
                <a:latin typeface="Times New Roman" panose="02020603050405020304" pitchFamily="18" charset="0"/>
                <a:ea typeface="Calibri" panose="020F0502020204030204" pitchFamily="34" charset="0"/>
              </a:rPr>
              <a:t>  Experimentation</a:t>
            </a:r>
          </a:p>
          <a:p>
            <a:pPr>
              <a:lnSpc>
                <a:spcPct val="100000"/>
              </a:lnSpc>
              <a:buFont typeface="Wingdings" panose="05000000000000000000" pitchFamily="2" charset="2"/>
              <a:buChar char="q"/>
            </a:pPr>
            <a:r>
              <a:rPr lang="en-US" sz="1700" b="1" dirty="0">
                <a:latin typeface="Times New Roman" panose="02020603050405020304" pitchFamily="18" charset="0"/>
                <a:cs typeface="Times New Roman" panose="02020603050405020304" pitchFamily="18" charset="0"/>
              </a:rPr>
              <a:t>  Results and analysis</a:t>
            </a:r>
          </a:p>
          <a:p>
            <a:pPr>
              <a:lnSpc>
                <a:spcPct val="100000"/>
              </a:lnSpc>
              <a:buFont typeface="Wingdings" panose="05000000000000000000" pitchFamily="2" charset="2"/>
              <a:buChar char="q"/>
            </a:pPr>
            <a:r>
              <a:rPr lang="en-US" sz="1700" b="1" dirty="0">
                <a:latin typeface="Times New Roman" panose="02020603050405020304" pitchFamily="18" charset="0"/>
                <a:cs typeface="Times New Roman" panose="02020603050405020304" pitchFamily="18" charset="0"/>
              </a:rPr>
              <a:t>  Conclusion</a:t>
            </a:r>
          </a:p>
          <a:p>
            <a:pPr>
              <a:lnSpc>
                <a:spcPct val="100000"/>
              </a:lnSpc>
              <a:buFont typeface="Wingdings" panose="05000000000000000000" pitchFamily="2" charset="2"/>
              <a:buChar char="q"/>
            </a:pPr>
            <a:r>
              <a:rPr lang="en-US" sz="1700" b="1" dirty="0">
                <a:latin typeface="Times New Roman" panose="02020603050405020304" pitchFamily="18" charset="0"/>
                <a:cs typeface="Times New Roman" panose="02020603050405020304" pitchFamily="18" charset="0"/>
              </a:rPr>
              <a:t> Limitations &amp; implication’s</a:t>
            </a:r>
          </a:p>
          <a:p>
            <a:pPr>
              <a:lnSpc>
                <a:spcPct val="100000"/>
              </a:lnSpc>
              <a:buFont typeface="Wingdings" panose="05000000000000000000" pitchFamily="2" charset="2"/>
              <a:buChar char="q"/>
            </a:pPr>
            <a:r>
              <a:rPr lang="en-US" sz="1700" b="1" dirty="0">
                <a:latin typeface="Times New Roman" panose="02020603050405020304" pitchFamily="18" charset="0"/>
                <a:cs typeface="Times New Roman" panose="02020603050405020304" pitchFamily="18" charset="0"/>
              </a:rPr>
              <a:t>Acknowledgement </a:t>
            </a:r>
          </a:p>
          <a:p>
            <a:endParaRPr lang="en-US" sz="2000" dirty="0"/>
          </a:p>
        </p:txBody>
      </p:sp>
    </p:spTree>
    <p:extLst>
      <p:ext uri="{BB962C8B-B14F-4D97-AF65-F5344CB8AC3E}">
        <p14:creationId xmlns:p14="http://schemas.microsoft.com/office/powerpoint/2010/main" val="4457486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FBDA3-E462-4838-112A-522B4956341B}"/>
              </a:ext>
            </a:extLst>
          </p:cNvPr>
          <p:cNvSpPr txBox="1">
            <a:spLocks/>
          </p:cNvSpPr>
          <p:nvPr/>
        </p:nvSpPr>
        <p:spPr>
          <a:xfrm>
            <a:off x="4747404" y="0"/>
            <a:ext cx="3164696" cy="79949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latin typeface="Times New Roman" panose="02020603050405020304" pitchFamily="18" charset="0"/>
                <a:cs typeface="Times New Roman" panose="02020603050405020304" pitchFamily="18" charset="0"/>
              </a:rPr>
              <a:t>Introduction</a:t>
            </a:r>
          </a:p>
        </p:txBody>
      </p:sp>
      <p:sp>
        <p:nvSpPr>
          <p:cNvPr id="4" name="TextBox 3">
            <a:extLst>
              <a:ext uri="{FF2B5EF4-FFF2-40B4-BE49-F238E27FC236}">
                <a16:creationId xmlns:a16="http://schemas.microsoft.com/office/drawing/2014/main" id="{BFF24550-ADD0-3B01-D59A-A5E0DCB7551E}"/>
              </a:ext>
            </a:extLst>
          </p:cNvPr>
          <p:cNvSpPr txBox="1"/>
          <p:nvPr/>
        </p:nvSpPr>
        <p:spPr>
          <a:xfrm>
            <a:off x="1129102" y="920621"/>
            <a:ext cx="10401300" cy="5016758"/>
          </a:xfrm>
          <a:prstGeom prst="rect">
            <a:avLst/>
          </a:prstGeom>
          <a:noFill/>
        </p:spPr>
        <p:txBody>
          <a:bodyPr wrap="square">
            <a:spAutoFit/>
          </a:bodyPr>
          <a:lstStyle/>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In today’s dynamic market environment, businesses must continuously adapt to fluctuations in demand, competitive pressures, and operational constraints to maintain efficiency and profitability.</a:t>
            </a:r>
          </a:p>
          <a:p>
            <a:pPr marL="285750" indent="-285750" algn="just">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CA" sz="1600" dirty="0">
                <a:latin typeface="Times New Roman" panose="02020603050405020304" pitchFamily="18" charset="0"/>
                <a:cs typeface="Times New Roman" panose="02020603050405020304" pitchFamily="18" charset="0"/>
              </a:rPr>
              <a:t>Traditional production planning methods often rely on static models that fail to account for real-time market influences, leading to inefficiencies in inventory management and demand forecasting.</a:t>
            </a:r>
          </a:p>
          <a:p>
            <a:pPr algn="just"/>
            <a:endParaRPr lang="en-CA"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CA" sz="1600" dirty="0">
                <a:latin typeface="Times New Roman" panose="02020603050405020304" pitchFamily="18" charset="0"/>
                <a:cs typeface="Times New Roman" panose="02020603050405020304" pitchFamily="18" charset="0"/>
              </a:rPr>
              <a:t>To address these challenges, this study leverages a hybrid simulation approach that integrates SD and DES to optimize market-driven production planning. </a:t>
            </a:r>
          </a:p>
          <a:p>
            <a:pPr marL="285750" indent="-285750" algn="just">
              <a:buFont typeface="Arial" panose="020B0604020202020204" pitchFamily="34" charset="0"/>
              <a:buChar char="•"/>
            </a:pPr>
            <a:endParaRPr lang="en-CA"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CA" sz="1600" dirty="0">
                <a:latin typeface="Times New Roman" panose="02020603050405020304" pitchFamily="18" charset="0"/>
                <a:cs typeface="Times New Roman" panose="02020603050405020304" pitchFamily="18" charset="0"/>
              </a:rPr>
              <a:t>DES is widely used in manufacturing systems to model production processes, inventory management, and supply chain dynamics. It captures discrete events such as order arrivals, production cycles, and inventory restocking, making it suitable for simulating operational workflows with high granularity. </a:t>
            </a:r>
          </a:p>
          <a:p>
            <a:pPr marL="285750" indent="-285750" algn="just">
              <a:buFont typeface="Arial" panose="020B0604020202020204" pitchFamily="34" charset="0"/>
              <a:buChar char="•"/>
            </a:pPr>
            <a:endParaRPr lang="en-CA"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CA" sz="1600" dirty="0">
                <a:latin typeface="Times New Roman" panose="02020603050405020304" pitchFamily="18" charset="0"/>
                <a:cs typeface="Times New Roman" panose="02020603050405020304" pitchFamily="18" charset="0"/>
              </a:rPr>
              <a:t>However, DES alone does not account for the behavioral and market-driven factors influencing demand. On the other hand, SD provides a macro-level approach to understanding complex interdependencies between market variables, such as customer adoption, promotional influences, and competitive market dynamics. </a:t>
            </a:r>
          </a:p>
          <a:p>
            <a:pPr algn="just"/>
            <a:endParaRPr lang="en-CA"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CA" sz="1600" dirty="0">
                <a:latin typeface="Times New Roman" panose="02020603050405020304" pitchFamily="18" charset="0"/>
                <a:cs typeface="Times New Roman" panose="02020603050405020304" pitchFamily="18" charset="0"/>
              </a:rPr>
              <a:t>By combining these two simulation paradigms, this study presents a comprehensive framework for modeling production and inventory while dynamically responding to demand fluctuations. </a:t>
            </a:r>
          </a:p>
          <a:p>
            <a:pPr algn="just"/>
            <a:endParaRPr lang="en-CA" sz="1600" dirty="0"/>
          </a:p>
        </p:txBody>
      </p:sp>
    </p:spTree>
    <p:extLst>
      <p:ext uri="{BB962C8B-B14F-4D97-AF65-F5344CB8AC3E}">
        <p14:creationId xmlns:p14="http://schemas.microsoft.com/office/powerpoint/2010/main" val="3100138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F379F-B251-5E66-1E04-744458A6705A}"/>
              </a:ext>
            </a:extLst>
          </p:cNvPr>
          <p:cNvSpPr txBox="1">
            <a:spLocks/>
          </p:cNvSpPr>
          <p:nvPr/>
        </p:nvSpPr>
        <p:spPr>
          <a:xfrm>
            <a:off x="3674254" y="133351"/>
            <a:ext cx="5304646" cy="3683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a:latin typeface="Times New Roman" panose="02020603050405020304" pitchFamily="18" charset="0"/>
                <a:cs typeface="Times New Roman" panose="02020603050405020304" pitchFamily="18" charset="0"/>
              </a:rPr>
              <a:t>Contribution of the Study</a:t>
            </a:r>
          </a:p>
        </p:txBody>
      </p:sp>
      <p:sp>
        <p:nvSpPr>
          <p:cNvPr id="5" name="TextBox 4">
            <a:extLst>
              <a:ext uri="{FF2B5EF4-FFF2-40B4-BE49-F238E27FC236}">
                <a16:creationId xmlns:a16="http://schemas.microsoft.com/office/drawing/2014/main" id="{A3EC1CA3-7DE2-97B7-75AD-00F7687F4E5F}"/>
              </a:ext>
            </a:extLst>
          </p:cNvPr>
          <p:cNvSpPr txBox="1"/>
          <p:nvPr/>
        </p:nvSpPr>
        <p:spPr>
          <a:xfrm>
            <a:off x="1409700" y="1054796"/>
            <a:ext cx="9658350" cy="3688189"/>
          </a:xfrm>
          <a:prstGeom prst="rect">
            <a:avLst/>
          </a:prstGeom>
          <a:noFill/>
        </p:spPr>
        <p:txBody>
          <a:bodyPr wrap="square">
            <a:spAutoFit/>
          </a:bodyPr>
          <a:lstStyle/>
          <a:p>
            <a:pPr algn="just">
              <a:lnSpc>
                <a:spcPts val="1250"/>
              </a:lnSpc>
              <a:spcAft>
                <a:spcPts val="600"/>
              </a:spcAft>
              <a:buNone/>
            </a:pPr>
            <a:r>
              <a:rPr lang="en-CA" sz="1800" kern="100" dirty="0">
                <a:solidFill>
                  <a:srgbClr val="000000"/>
                </a:solidFill>
                <a:effectLst/>
                <a:latin typeface="Times New Roman" panose="02020603050405020304" pitchFamily="18" charset="0"/>
                <a:ea typeface="Aptos" panose="020B0004020202020204" pitchFamily="34" charset="0"/>
                <a:cs typeface="Arial" panose="020B0604020202020204" pitchFamily="34" charset="0"/>
              </a:rPr>
              <a:t>The specific contribution of this study is given below:</a:t>
            </a:r>
            <a:endParaRPr lang="en-CA" sz="2000" kern="100" dirty="0">
              <a:effectLst/>
              <a:latin typeface="Aptos" panose="020B0004020202020204" pitchFamily="34" charset="0"/>
              <a:ea typeface="Aptos" panose="020B0004020202020204" pitchFamily="34" charset="0"/>
              <a:cs typeface="Arial" panose="020B0604020202020204" pitchFamily="34" charset="0"/>
            </a:endParaRPr>
          </a:p>
          <a:p>
            <a:pPr algn="just">
              <a:lnSpc>
                <a:spcPts val="1250"/>
              </a:lnSpc>
              <a:spcAft>
                <a:spcPts val="600"/>
              </a:spcAft>
              <a:buNone/>
            </a:pPr>
            <a:r>
              <a:rPr lang="en-CA" sz="1800" kern="100" dirty="0">
                <a:solidFill>
                  <a:srgbClr val="000000"/>
                </a:solidFill>
                <a:effectLst/>
                <a:latin typeface="Times New Roman" panose="02020603050405020304" pitchFamily="18" charset="0"/>
                <a:ea typeface="Aptos" panose="020B0004020202020204" pitchFamily="34" charset="0"/>
                <a:cs typeface="Arial" panose="020B0604020202020204" pitchFamily="34" charset="0"/>
              </a:rPr>
              <a:t> </a:t>
            </a:r>
            <a:endParaRPr lang="en-CA" sz="2000" kern="100" dirty="0">
              <a:effectLst/>
              <a:latin typeface="Aptos" panose="020B0004020202020204" pitchFamily="34" charset="0"/>
              <a:ea typeface="Aptos" panose="020B0004020202020204" pitchFamily="34" charset="0"/>
              <a:cs typeface="Arial" panose="020B0604020202020204" pitchFamily="34" charset="0"/>
            </a:endParaRPr>
          </a:p>
          <a:p>
            <a:pPr marL="342900" lvl="0" indent="-342900" algn="just">
              <a:buFont typeface="+mj-lt"/>
              <a:buAutoNum type="arabicPeriod"/>
            </a:pPr>
            <a:r>
              <a:rPr lang="en-CA" sz="1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Developed a comprehensive framework to transform a low-demand edible oil into a high-demand product by optimizing marketing parameters, such as advertising strategies, pricing models, and consumer engagement.</a:t>
            </a:r>
          </a:p>
          <a:p>
            <a:pPr marL="342900" lvl="0" indent="-342900" algn="just">
              <a:buFont typeface="+mj-lt"/>
              <a:buAutoNum type="arabicPeriod"/>
            </a:pPr>
            <a:endParaRPr lang="en-CA" kern="100" dirty="0">
              <a:solidFill>
                <a:srgbClr val="000000"/>
              </a:solidFill>
              <a:latin typeface="Times New Roman" panose="02020603050405020304" pitchFamily="18" charset="0"/>
              <a:ea typeface="Aptos" panose="020B0004020202020204" pitchFamily="34" charset="0"/>
              <a:cs typeface="Times New Roman" panose="02020603050405020304" pitchFamily="18" charset="0"/>
            </a:endParaRPr>
          </a:p>
          <a:p>
            <a:pPr marL="342900" lvl="0" indent="-342900" algn="just">
              <a:buFont typeface="+mj-lt"/>
              <a:buAutoNum type="arabicPeriod"/>
            </a:pPr>
            <a:endParaRPr lang="en-CA" sz="20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342900" lvl="0" indent="-342900" algn="just">
              <a:buFont typeface="+mj-lt"/>
              <a:buAutoNum type="arabicPeriod"/>
            </a:pPr>
            <a:r>
              <a:rPr lang="en-US" sz="1800" kern="0" dirty="0">
                <a:solidFill>
                  <a:srgbClr val="000000"/>
                </a:solidFill>
                <a:effectLst/>
                <a:latin typeface="Times New Roman" panose="02020603050405020304" pitchFamily="18" charset="0"/>
                <a:ea typeface="MS Mincho" panose="02020609040205080304" pitchFamily="49" charset="-128"/>
                <a:cs typeface="Times New Roman" panose="02020603050405020304" pitchFamily="18" charset="0"/>
              </a:rPr>
              <a:t>Illustrate a hybrid simulation method that captures the product’s life cycle behavior and supports sustained demand at the maturity stage through a dynamic marketing strategy. </a:t>
            </a:r>
          </a:p>
          <a:p>
            <a:pPr marL="342900" lvl="0" indent="-342900" algn="just">
              <a:buFont typeface="+mj-lt"/>
              <a:buAutoNum type="arabicPeriod"/>
            </a:pPr>
            <a:endParaRPr lang="en-US" kern="0" dirty="0">
              <a:solidFill>
                <a:srgbClr val="000000"/>
              </a:solidFill>
              <a:latin typeface="Times New Roman" panose="02020603050405020304" pitchFamily="18" charset="0"/>
              <a:ea typeface="MS Mincho" panose="02020609040205080304" pitchFamily="49" charset="-128"/>
              <a:cs typeface="Times New Roman" panose="02020603050405020304" pitchFamily="18" charset="0"/>
            </a:endParaRPr>
          </a:p>
          <a:p>
            <a:pPr marL="342900" lvl="0" indent="-342900" algn="just">
              <a:buFont typeface="+mj-lt"/>
              <a:buAutoNum type="arabicPeriod"/>
            </a:pPr>
            <a:endParaRPr lang="en-CA" sz="20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342900" lvl="0" indent="-342900" algn="just">
              <a:spcAft>
                <a:spcPts val="600"/>
              </a:spcAft>
              <a:buFont typeface="+mj-lt"/>
              <a:buAutoNum type="arabicPeriod"/>
            </a:pPr>
            <a:r>
              <a:rPr lang="en-CA" sz="1800" kern="0" dirty="0">
                <a:solidFill>
                  <a:srgbClr val="000000"/>
                </a:solidFill>
                <a:effectLst/>
                <a:latin typeface="Times New Roman" panose="02020603050405020304" pitchFamily="18" charset="0"/>
                <a:ea typeface="MS Mincho" panose="02020609040205080304" pitchFamily="49" charset="-128"/>
                <a:cs typeface="Times New Roman" panose="02020603050405020304" pitchFamily="18" charset="0"/>
              </a:rPr>
              <a:t>Perform multi-scenario experimentation to evaluate the impact of various influencing factors on the market growth and profit gain.</a:t>
            </a:r>
            <a:endParaRPr lang="en-CA" sz="2000" kern="100" dirty="0">
              <a:effectLst/>
              <a:latin typeface="Times New Roman" panose="02020603050405020304" pitchFamily="18"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138811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61E0B53-A747-4DD9-0922-992C7AB56ABA}"/>
              </a:ext>
            </a:extLst>
          </p:cNvPr>
          <p:cNvSpPr txBox="1"/>
          <p:nvPr/>
        </p:nvSpPr>
        <p:spPr>
          <a:xfrm>
            <a:off x="5511800" y="108635"/>
            <a:ext cx="3403600"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Comparative Analysis</a:t>
            </a:r>
            <a:endParaRPr lang="en-CA" sz="2400" b="1" dirty="0">
              <a:latin typeface="Times New Roman" panose="02020603050405020304" pitchFamily="18" charset="0"/>
              <a:cs typeface="Times New Roman" panose="02020603050405020304" pitchFamily="18" charset="0"/>
            </a:endParaRPr>
          </a:p>
        </p:txBody>
      </p:sp>
      <p:graphicFrame>
        <p:nvGraphicFramePr>
          <p:cNvPr id="5" name="Object 4">
            <a:extLst>
              <a:ext uri="{FF2B5EF4-FFF2-40B4-BE49-F238E27FC236}">
                <a16:creationId xmlns:a16="http://schemas.microsoft.com/office/drawing/2014/main" id="{8F64721E-2C34-9845-DA58-A26F7BCB90DB}"/>
              </a:ext>
            </a:extLst>
          </p:cNvPr>
          <p:cNvGraphicFramePr>
            <a:graphicFrameLocks noChangeAspect="1"/>
          </p:cNvGraphicFramePr>
          <p:nvPr>
            <p:extLst>
              <p:ext uri="{D42A27DB-BD31-4B8C-83A1-F6EECF244321}">
                <p14:modId xmlns:p14="http://schemas.microsoft.com/office/powerpoint/2010/main" val="462854294"/>
              </p:ext>
            </p:extLst>
          </p:nvPr>
        </p:nvGraphicFramePr>
        <p:xfrm>
          <a:off x="2890838" y="858838"/>
          <a:ext cx="7408862" cy="4646612"/>
        </p:xfrm>
        <a:graphic>
          <a:graphicData uri="http://schemas.openxmlformats.org/presentationml/2006/ole">
            <mc:AlternateContent xmlns:mc="http://schemas.openxmlformats.org/markup-compatibility/2006">
              <mc:Choice xmlns:v="urn:schemas-microsoft-com:vml" Requires="v">
                <p:oleObj name="Document" r:id="rId2" imgW="6194500" imgH="5568550" progId="Word.Document.12">
                  <p:embed/>
                </p:oleObj>
              </mc:Choice>
              <mc:Fallback>
                <p:oleObj name="Document" r:id="rId2" imgW="6194500" imgH="5568550" progId="Word.Document.12">
                  <p:embed/>
                  <p:pic>
                    <p:nvPicPr>
                      <p:cNvPr id="5" name="Object 4">
                        <a:extLst>
                          <a:ext uri="{FF2B5EF4-FFF2-40B4-BE49-F238E27FC236}">
                            <a16:creationId xmlns:a16="http://schemas.microsoft.com/office/drawing/2014/main" id="{8F64721E-2C34-9845-DA58-A26F7BCB90DB}"/>
                          </a:ext>
                        </a:extLst>
                      </p:cNvPr>
                      <p:cNvPicPr/>
                      <p:nvPr/>
                    </p:nvPicPr>
                    <p:blipFill>
                      <a:blip r:embed="rId3"/>
                      <a:stretch>
                        <a:fillRect/>
                      </a:stretch>
                    </p:blipFill>
                    <p:spPr>
                      <a:xfrm>
                        <a:off x="2890838" y="858838"/>
                        <a:ext cx="7408862" cy="4646612"/>
                      </a:xfrm>
                      <a:prstGeom prst="rect">
                        <a:avLst/>
                      </a:prstGeom>
                    </p:spPr>
                  </p:pic>
                </p:oleObj>
              </mc:Fallback>
            </mc:AlternateContent>
          </a:graphicData>
        </a:graphic>
      </p:graphicFrame>
    </p:spTree>
    <p:extLst>
      <p:ext uri="{BB962C8B-B14F-4D97-AF65-F5344CB8AC3E}">
        <p14:creationId xmlns:p14="http://schemas.microsoft.com/office/powerpoint/2010/main" val="1584969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92AA5-0BA0-C6B7-3C54-5F2A8C295A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29BE84-2CBA-871A-8AAD-56E236FC3EE6}"/>
              </a:ext>
            </a:extLst>
          </p:cNvPr>
          <p:cNvSpPr txBox="1">
            <a:spLocks/>
          </p:cNvSpPr>
          <p:nvPr/>
        </p:nvSpPr>
        <p:spPr>
          <a:xfrm>
            <a:off x="3674254" y="133351"/>
            <a:ext cx="4085446" cy="3683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a:latin typeface="Times New Roman" panose="02020603050405020304" pitchFamily="18" charset="0"/>
                <a:cs typeface="Times New Roman" panose="02020603050405020304" pitchFamily="18" charset="0"/>
              </a:rPr>
              <a:t>Problem Description</a:t>
            </a:r>
          </a:p>
        </p:txBody>
      </p:sp>
      <p:sp>
        <p:nvSpPr>
          <p:cNvPr id="6" name="TextBox 5">
            <a:extLst>
              <a:ext uri="{FF2B5EF4-FFF2-40B4-BE49-F238E27FC236}">
                <a16:creationId xmlns:a16="http://schemas.microsoft.com/office/drawing/2014/main" id="{D551365B-4884-C618-BE8C-70B49D2104B1}"/>
              </a:ext>
            </a:extLst>
          </p:cNvPr>
          <p:cNvSpPr txBox="1"/>
          <p:nvPr/>
        </p:nvSpPr>
        <p:spPr>
          <a:xfrm>
            <a:off x="1054100" y="770235"/>
            <a:ext cx="10769600" cy="4801314"/>
          </a:xfrm>
          <a:prstGeom prst="rect">
            <a:avLst/>
          </a:prstGeom>
          <a:noFill/>
        </p:spPr>
        <p:txBody>
          <a:bodyPr wrap="square">
            <a:spAutoFit/>
          </a:bodyPr>
          <a:lstStyle/>
          <a:p>
            <a:pPr marL="285750" indent="-285750">
              <a:buFont typeface="Arial" panose="020B0604020202020204" pitchFamily="34" charset="0"/>
              <a:buChar char="•"/>
            </a:pPr>
            <a:r>
              <a:rPr lang="en-CA" sz="18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The market demand for edible oil products fluctuates frequently due to their limited shelf life and changing consumer preferences.</a:t>
            </a:r>
          </a:p>
          <a:p>
            <a:pPr marL="285750" indent="-285750">
              <a:buFont typeface="Arial" panose="020B0604020202020204" pitchFamily="34" charset="0"/>
              <a:buChar char="•"/>
            </a:pPr>
            <a:endParaRPr lang="en-CA"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CA" dirty="0">
                <a:latin typeface="Times New Roman" panose="02020603050405020304" pitchFamily="18" charset="0"/>
                <a:cs typeface="Times New Roman" panose="02020603050405020304" pitchFamily="18" charset="0"/>
              </a:rPr>
              <a:t>To maintain sales within the product’s lifetime, businesses must continually adjust sales strategies, promotional activities, and advertising efforts. Unlike durable goods, edible oil products require a highly responsive marketing approach to ensure steady sales and prevent excess inventory or stockouts.</a:t>
            </a:r>
          </a:p>
          <a:p>
            <a:pPr marL="285750" indent="-285750">
              <a:buFont typeface="Arial" panose="020B0604020202020204" pitchFamily="34" charset="0"/>
              <a:buChar char="•"/>
            </a:pPr>
            <a:endParaRPr lang="en-CA"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CA" dirty="0">
                <a:latin typeface="Times New Roman" panose="02020603050405020304" pitchFamily="18" charset="0"/>
                <a:cs typeface="Times New Roman" panose="02020603050405020304" pitchFamily="18" charset="0"/>
              </a:rPr>
              <a:t>Traditional demand forecasting models have proven ineffective in capturing the dynamic nature of consumer adoption and external market influences. </a:t>
            </a:r>
          </a:p>
          <a:p>
            <a:pPr marL="285750" indent="-285750">
              <a:buFont typeface="Arial" panose="020B0604020202020204" pitchFamily="34" charset="0"/>
              <a:buChar char="•"/>
            </a:pPr>
            <a:endParaRPr lang="en-CA"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CA" dirty="0">
                <a:latin typeface="Times New Roman" panose="02020603050405020304" pitchFamily="18" charset="0"/>
                <a:cs typeface="Times New Roman" panose="02020603050405020304" pitchFamily="18" charset="0"/>
              </a:rPr>
              <a:t>Upon analyzing competitor products from other existing companies, we identified the critical factors that influence advertising effectiveness, contact rate, contact effect, and credibility. </a:t>
            </a:r>
          </a:p>
          <a:p>
            <a:pPr marL="285750" indent="-285750">
              <a:buFont typeface="Arial" panose="020B0604020202020204" pitchFamily="34" charset="0"/>
              <a:buChar char="•"/>
            </a:pPr>
            <a:endParaRPr lang="en-CA"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CA" dirty="0">
                <a:latin typeface="Times New Roman" panose="02020603050405020304" pitchFamily="18" charset="0"/>
                <a:cs typeface="Times New Roman" panose="02020603050405020304" pitchFamily="18" charset="0"/>
              </a:rPr>
              <a:t>This study presents a hybrid simulation model that combines Discrete Event Simulation (DES) for production output and System Dynamics (SD) for demand forecasting. The model dynamically adjusts key parameters to support sustained demand growth.</a:t>
            </a:r>
          </a:p>
          <a:p>
            <a:pPr marL="285750" indent="-285750">
              <a:buFont typeface="Arial" panose="020B0604020202020204" pitchFamily="34" charset="0"/>
              <a:buChar char="•"/>
            </a:pPr>
            <a:endParaRPr lang="en-CA" dirty="0"/>
          </a:p>
        </p:txBody>
      </p:sp>
    </p:spTree>
    <p:extLst>
      <p:ext uri="{BB962C8B-B14F-4D97-AF65-F5344CB8AC3E}">
        <p14:creationId xmlns:p14="http://schemas.microsoft.com/office/powerpoint/2010/main" val="38452449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B6B3AF-C204-787A-6F32-95ECDF4FC060}"/>
              </a:ext>
            </a:extLst>
          </p:cNvPr>
          <p:cNvSpPr txBox="1">
            <a:spLocks/>
          </p:cNvSpPr>
          <p:nvPr/>
        </p:nvSpPr>
        <p:spPr>
          <a:xfrm>
            <a:off x="4691267" y="106455"/>
            <a:ext cx="3183746" cy="4889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Times New Roman" panose="02020603050405020304" pitchFamily="18" charset="0"/>
                <a:cs typeface="Times New Roman" panose="02020603050405020304" pitchFamily="18" charset="0"/>
              </a:rPr>
              <a:t>Methodology</a:t>
            </a:r>
          </a:p>
        </p:txBody>
      </p:sp>
      <p:sp>
        <p:nvSpPr>
          <p:cNvPr id="6" name="TextBox 5">
            <a:extLst>
              <a:ext uri="{FF2B5EF4-FFF2-40B4-BE49-F238E27FC236}">
                <a16:creationId xmlns:a16="http://schemas.microsoft.com/office/drawing/2014/main" id="{B7062A3B-EE93-1D4B-A9E2-FF71EC6AB63E}"/>
              </a:ext>
            </a:extLst>
          </p:cNvPr>
          <p:cNvSpPr txBox="1"/>
          <p:nvPr/>
        </p:nvSpPr>
        <p:spPr>
          <a:xfrm>
            <a:off x="2482850" y="799495"/>
            <a:ext cx="7600581" cy="861774"/>
          </a:xfrm>
          <a:prstGeom prst="rect">
            <a:avLst/>
          </a:prstGeom>
          <a:noFill/>
        </p:spPr>
        <p:txBody>
          <a:bodyPr wrap="square">
            <a:spAutoFit/>
          </a:bodyPr>
          <a:lstStyle/>
          <a:p>
            <a:pPr marL="342900" indent="-342900">
              <a:buAutoNum type="arabicParenR"/>
            </a:pPr>
            <a:r>
              <a:rPr lang="en-US" sz="1600" dirty="0">
                <a:latin typeface="Times New Roman" panose="02020603050405020304" pitchFamily="18" charset="0"/>
                <a:cs typeface="Times New Roman" panose="02020603050405020304" pitchFamily="18" charset="0"/>
              </a:rPr>
              <a:t>DES model for production operations, </a:t>
            </a:r>
          </a:p>
          <a:p>
            <a:pPr marL="342900" indent="-342900">
              <a:buAutoNum type="arabicParenR"/>
            </a:pPr>
            <a:r>
              <a:rPr lang="en-US" sz="1600" dirty="0">
                <a:latin typeface="Times New Roman" panose="02020603050405020304" pitchFamily="18" charset="0"/>
                <a:cs typeface="Times New Roman" panose="02020603050405020304" pitchFamily="18" charset="0"/>
              </a:rPr>
              <a:t> SD model for demand analysis by capturing the market dynamics, and </a:t>
            </a:r>
          </a:p>
          <a:p>
            <a:pPr marL="342900" indent="-342900">
              <a:buAutoNum type="arabicParenR"/>
            </a:pPr>
            <a:r>
              <a:rPr lang="en-US" sz="1600" dirty="0">
                <a:latin typeface="Times New Roman" panose="02020603050405020304" pitchFamily="18" charset="0"/>
                <a:cs typeface="Times New Roman" panose="02020603050405020304" pitchFamily="18" charset="0"/>
              </a:rPr>
              <a:t>Experimentation with different system boundaries and parameters. </a:t>
            </a:r>
            <a:endParaRPr lang="en-CA" sz="16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1F2ACA7D-4125-BA9F-C39B-336D738AD27D}"/>
              </a:ext>
            </a:extLst>
          </p:cNvPr>
          <p:cNvPicPr>
            <a:picLocks noChangeAspect="1"/>
          </p:cNvPicPr>
          <p:nvPr/>
        </p:nvPicPr>
        <p:blipFill>
          <a:blip r:embed="rId2">
            <a:duotone>
              <a:prstClr val="black"/>
              <a:schemeClr val="accent6">
                <a:tint val="45000"/>
                <a:satMod val="400000"/>
              </a:schemeClr>
            </a:duotone>
          </a:blip>
          <a:stretch>
            <a:fillRect/>
          </a:stretch>
        </p:blipFill>
        <p:spPr>
          <a:xfrm>
            <a:off x="3461487" y="1901716"/>
            <a:ext cx="5955563" cy="3673584"/>
          </a:xfrm>
          <a:prstGeom prst="rect">
            <a:avLst/>
          </a:prstGeom>
        </p:spPr>
      </p:pic>
      <p:sp>
        <p:nvSpPr>
          <p:cNvPr id="8" name="TextBox 7">
            <a:extLst>
              <a:ext uri="{FF2B5EF4-FFF2-40B4-BE49-F238E27FC236}">
                <a16:creationId xmlns:a16="http://schemas.microsoft.com/office/drawing/2014/main" id="{85E84857-84A6-2BBD-D2E7-6E224A39632E}"/>
              </a:ext>
            </a:extLst>
          </p:cNvPr>
          <p:cNvSpPr txBox="1"/>
          <p:nvPr/>
        </p:nvSpPr>
        <p:spPr>
          <a:xfrm>
            <a:off x="3850906" y="5779390"/>
            <a:ext cx="6096000" cy="279115"/>
          </a:xfrm>
          <a:prstGeom prst="rect">
            <a:avLst/>
          </a:prstGeom>
          <a:noFill/>
        </p:spPr>
        <p:txBody>
          <a:bodyPr wrap="square">
            <a:spAutoFit/>
          </a:bodyPr>
          <a:lstStyle/>
          <a:p>
            <a:pPr algn="ctr">
              <a:lnSpc>
                <a:spcPts val="1250"/>
              </a:lnSpc>
              <a:spcAft>
                <a:spcPts val="600"/>
              </a:spcAft>
              <a:buNone/>
            </a:pPr>
            <a:r>
              <a:rPr lang="en-CA" sz="1800" kern="100" dirty="0">
                <a:solidFill>
                  <a:srgbClr val="000000"/>
                </a:solidFill>
                <a:effectLst/>
                <a:latin typeface="Times New Roman" panose="02020603050405020304" pitchFamily="18" charset="0"/>
                <a:ea typeface="Aptos" panose="020B0004020202020204" pitchFamily="34" charset="0"/>
                <a:cs typeface="Arial" panose="020B0604020202020204" pitchFamily="34" charset="0"/>
              </a:rPr>
              <a:t>Methodology framework for hybrid simulation.</a:t>
            </a:r>
            <a:endParaRPr lang="en-CA" sz="2000" kern="100" dirty="0">
              <a:effectLst/>
              <a:latin typeface="Aptos" panose="020B00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32728896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A025B-999F-0E29-1EA3-082916F64E57}"/>
              </a:ext>
            </a:extLst>
          </p:cNvPr>
          <p:cNvSpPr txBox="1">
            <a:spLocks/>
          </p:cNvSpPr>
          <p:nvPr/>
        </p:nvSpPr>
        <p:spPr>
          <a:xfrm>
            <a:off x="4893454" y="0"/>
            <a:ext cx="4187046" cy="79949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Times New Roman" panose="02020603050405020304" pitchFamily="18" charset="0"/>
                <a:cs typeface="Times New Roman" panose="02020603050405020304" pitchFamily="18" charset="0"/>
              </a:rPr>
              <a:t>Methodology</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E49BF2CB-9B78-8695-24A8-4360F5B27A14}"/>
                  </a:ext>
                </a:extLst>
              </p:cNvPr>
              <p:cNvSpPr txBox="1"/>
              <p:nvPr/>
            </p:nvSpPr>
            <p:spPr>
              <a:xfrm>
                <a:off x="1301750" y="1093912"/>
                <a:ext cx="10185400" cy="4185761"/>
              </a:xfrm>
              <a:prstGeom prst="rect">
                <a:avLst/>
              </a:prstGeom>
              <a:noFill/>
            </p:spPr>
            <p:txBody>
              <a:bodyPr wrap="square">
                <a:spAutoFit/>
              </a:bodyPr>
              <a:lstStyle/>
              <a:p>
                <a:pPr marL="171450" indent="-171450">
                  <a:buFont typeface="Arial" panose="020B0604020202020204" pitchFamily="34" charset="0"/>
                  <a:buChar char="•"/>
                </a:pPr>
                <a:r>
                  <a:rPr lang="en-CA" sz="14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The production process includes injection molding, blow molding, filling, batch coding, and cartooning, leading to finished product storage. </a:t>
                </a:r>
              </a:p>
              <a:p>
                <a:pPr marL="171450" indent="-171450">
                  <a:buFont typeface="Arial" panose="020B0604020202020204" pitchFamily="34" charset="0"/>
                  <a:buChar char="•"/>
                </a:pPr>
                <a:endParaRPr lang="en-CA" sz="1400" dirty="0">
                  <a:solidFill>
                    <a:srgbClr val="000000"/>
                  </a:solidFill>
                  <a:latin typeface="Times New Roman" panose="02020603050405020304" pitchFamily="18" charset="0"/>
                  <a:ea typeface="Aptos" panose="020B0004020202020204" pitchFamily="34" charset="0"/>
                  <a:cs typeface="Times New Roman" panose="02020603050405020304" pitchFamily="18" charset="0"/>
                </a:endParaRPr>
              </a:p>
              <a:p>
                <a:pPr marL="171450" indent="-171450">
                  <a:buFont typeface="Arial" panose="020B0604020202020204" pitchFamily="34" charset="0"/>
                  <a:buChar char="•"/>
                </a:pPr>
                <a:r>
                  <a:rPr lang="en-CA" sz="14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The processing time for each of these workstations was considered according to the triangular distribution ~ </a:t>
                </a:r>
                <a14:m>
                  <m:oMath xmlns:m="http://schemas.openxmlformats.org/officeDocument/2006/math">
                    <m:r>
                      <a:rPr lang="en-CA" sz="1400" i="1">
                        <a:solidFill>
                          <a:srgbClr val="000000"/>
                        </a:solidFill>
                        <a:effectLst/>
                        <a:latin typeface="Cambria Math" panose="02040503050406030204" pitchFamily="18" charset="0"/>
                        <a:ea typeface="Aptos" panose="020B0004020202020204" pitchFamily="34" charset="0"/>
                        <a:cs typeface="Times New Roman" panose="02020603050405020304" pitchFamily="18" charset="0"/>
                      </a:rPr>
                      <m:t>𝑇</m:t>
                    </m:r>
                    <m:r>
                      <a:rPr lang="en-CA" sz="1400" i="1">
                        <a:solidFill>
                          <a:srgbClr val="000000"/>
                        </a:solidFill>
                        <a:effectLst/>
                        <a:latin typeface="Cambria Math" panose="02040503050406030204" pitchFamily="18" charset="0"/>
                        <a:ea typeface="Aptos" panose="020B0004020202020204" pitchFamily="34" charset="0"/>
                        <a:cs typeface="Times New Roman" panose="02020603050405020304" pitchFamily="18" charset="0"/>
                      </a:rPr>
                      <m:t>(</m:t>
                    </m:r>
                    <m:r>
                      <a:rPr lang="en-CA" sz="1400" i="1">
                        <a:solidFill>
                          <a:srgbClr val="000000"/>
                        </a:solidFill>
                        <a:effectLst/>
                        <a:latin typeface="Cambria Math" panose="02040503050406030204" pitchFamily="18" charset="0"/>
                        <a:ea typeface="Aptos" panose="020B0004020202020204" pitchFamily="34" charset="0"/>
                        <a:cs typeface="Times New Roman" panose="02020603050405020304" pitchFamily="18" charset="0"/>
                      </a:rPr>
                      <m:t>𝑎</m:t>
                    </m:r>
                    <m:r>
                      <a:rPr lang="en-CA" sz="1400" i="1">
                        <a:solidFill>
                          <a:srgbClr val="000000"/>
                        </a:solidFill>
                        <a:effectLst/>
                        <a:latin typeface="Cambria Math" panose="02040503050406030204" pitchFamily="18" charset="0"/>
                        <a:ea typeface="Aptos" panose="020B0004020202020204" pitchFamily="34" charset="0"/>
                        <a:cs typeface="Times New Roman" panose="02020603050405020304" pitchFamily="18" charset="0"/>
                      </a:rPr>
                      <m:t>,</m:t>
                    </m:r>
                    <m:r>
                      <a:rPr lang="en-CA" sz="1400" i="1">
                        <a:solidFill>
                          <a:srgbClr val="000000"/>
                        </a:solidFill>
                        <a:effectLst/>
                        <a:latin typeface="Cambria Math" panose="02040503050406030204" pitchFamily="18" charset="0"/>
                        <a:ea typeface="Aptos" panose="020B0004020202020204" pitchFamily="34" charset="0"/>
                        <a:cs typeface="Times New Roman" panose="02020603050405020304" pitchFamily="18" charset="0"/>
                      </a:rPr>
                      <m:t>𝑏</m:t>
                    </m:r>
                    <m:r>
                      <a:rPr lang="en-CA" sz="1400" i="1">
                        <a:solidFill>
                          <a:srgbClr val="000000"/>
                        </a:solidFill>
                        <a:effectLst/>
                        <a:latin typeface="Cambria Math" panose="02040503050406030204" pitchFamily="18" charset="0"/>
                        <a:ea typeface="Aptos" panose="020B0004020202020204" pitchFamily="34" charset="0"/>
                        <a:cs typeface="Times New Roman" panose="02020603050405020304" pitchFamily="18" charset="0"/>
                      </a:rPr>
                      <m:t>,</m:t>
                    </m:r>
                    <m:r>
                      <a:rPr lang="en-CA" sz="1400" i="1">
                        <a:solidFill>
                          <a:srgbClr val="000000"/>
                        </a:solidFill>
                        <a:effectLst/>
                        <a:latin typeface="Cambria Math" panose="02040503050406030204" pitchFamily="18" charset="0"/>
                        <a:ea typeface="Aptos" panose="020B0004020202020204" pitchFamily="34" charset="0"/>
                        <a:cs typeface="Times New Roman" panose="02020603050405020304" pitchFamily="18" charset="0"/>
                      </a:rPr>
                      <m:t>𝑐</m:t>
                    </m:r>
                    <m:r>
                      <a:rPr lang="en-CA" sz="1400" i="1">
                        <a:solidFill>
                          <a:srgbClr val="000000"/>
                        </a:solidFill>
                        <a:effectLst/>
                        <a:latin typeface="Cambria Math" panose="02040503050406030204" pitchFamily="18" charset="0"/>
                        <a:ea typeface="Aptos" panose="020B0004020202020204" pitchFamily="34" charset="0"/>
                        <a:cs typeface="Times New Roman" panose="02020603050405020304" pitchFamily="18" charset="0"/>
                      </a:rPr>
                      <m:t>)</m:t>
                    </m:r>
                  </m:oMath>
                </a14:m>
                <a:r>
                  <a:rPr lang="en-CA" sz="14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Here, a, b, and c indicate the minimum, mode, and maximum processing time, respectively.  </a:t>
                </a:r>
              </a:p>
              <a:p>
                <a:pPr marL="171450" indent="-171450">
                  <a:buFont typeface="Arial" panose="020B0604020202020204" pitchFamily="34" charset="0"/>
                  <a:buChar char="•"/>
                </a:pPr>
                <a:endParaRPr lang="en-CA" sz="1400" dirty="0">
                  <a:solidFill>
                    <a:srgbClr val="000000"/>
                  </a:solidFill>
                  <a:latin typeface="Times New Roman" panose="02020603050405020304" pitchFamily="18" charset="0"/>
                  <a:ea typeface="Aptos" panose="020B0004020202020204" pitchFamily="34" charset="0"/>
                  <a:cs typeface="Times New Roman" panose="02020603050405020304" pitchFamily="18" charset="0"/>
                </a:endParaRPr>
              </a:p>
              <a:p>
                <a:pPr marL="171450" indent="-171450">
                  <a:buFont typeface="Arial" panose="020B0604020202020204" pitchFamily="34" charset="0"/>
                  <a:buChar char="•"/>
                </a:pPr>
                <a:r>
                  <a:rPr lang="en-CA" sz="14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For example, the delay time or (processing time) for cartooning is </a:t>
                </a:r>
                <a14:m>
                  <m:oMath xmlns:m="http://schemas.openxmlformats.org/officeDocument/2006/math">
                    <m:r>
                      <a:rPr lang="en-CA" sz="1400" i="1">
                        <a:solidFill>
                          <a:srgbClr val="000000"/>
                        </a:solidFill>
                        <a:effectLst/>
                        <a:latin typeface="Cambria Math" panose="02040503050406030204" pitchFamily="18" charset="0"/>
                        <a:ea typeface="Aptos" panose="020B0004020202020204" pitchFamily="34" charset="0"/>
                        <a:cs typeface="Times New Roman" panose="02020603050405020304" pitchFamily="18" charset="0"/>
                      </a:rPr>
                      <m:t>𝑇</m:t>
                    </m:r>
                    <m:r>
                      <a:rPr lang="en-CA" sz="1400" i="1">
                        <a:solidFill>
                          <a:srgbClr val="000000"/>
                        </a:solidFill>
                        <a:effectLst/>
                        <a:latin typeface="Cambria Math" panose="02040503050406030204" pitchFamily="18" charset="0"/>
                        <a:ea typeface="Aptos" panose="020B0004020202020204" pitchFamily="34" charset="0"/>
                        <a:cs typeface="Times New Roman" panose="02020603050405020304" pitchFamily="18" charset="0"/>
                      </a:rPr>
                      <m:t>(2, 2.5, 3)</m:t>
                    </m:r>
                  </m:oMath>
                </a14:m>
                <a:r>
                  <a:rPr lang="en-CA" sz="1400" dirty="0">
                    <a:solidFill>
                      <a:srgbClr val="000000"/>
                    </a:solidFill>
                    <a:effectLst/>
                    <a:latin typeface="Times New Roman" panose="02020603050405020304" pitchFamily="18" charset="0"/>
                    <a:ea typeface="Yu Mincho" panose="02020400000000000000" pitchFamily="18" charset="-128"/>
                    <a:cs typeface="Times New Roman" panose="02020603050405020304" pitchFamily="18" charset="0"/>
                  </a:rPr>
                  <a:t> minutes</a:t>
                </a:r>
                <a:r>
                  <a:rPr lang="en-CA" sz="14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The dataset used in this simulation study was obtained through a collaboration with a well-established edible oil manufacturing company in Bangladesh. </a:t>
                </a:r>
              </a:p>
              <a:p>
                <a:pPr marL="171450" indent="-171450">
                  <a:buFont typeface="Arial" panose="020B0604020202020204" pitchFamily="34" charset="0"/>
                  <a:buChar char="•"/>
                </a:pPr>
                <a:endParaRPr lang="en-CA" sz="1400" dirty="0">
                  <a:solidFill>
                    <a:srgbClr val="000000"/>
                  </a:solidFill>
                  <a:latin typeface="Times New Roman" panose="02020603050405020304" pitchFamily="18" charset="0"/>
                  <a:ea typeface="Aptos" panose="020B0004020202020204" pitchFamily="34" charset="0"/>
                  <a:cs typeface="Times New Roman" panose="02020603050405020304" pitchFamily="18" charset="0"/>
                </a:endParaRPr>
              </a:p>
              <a:p>
                <a:pPr marL="171450" indent="-171450">
                  <a:buFont typeface="Arial" panose="020B0604020202020204" pitchFamily="34" charset="0"/>
                  <a:buChar char="•"/>
                </a:pPr>
                <a:r>
                  <a:rPr lang="en-CA" sz="14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Key operational data, including raw material inflow rates, processing times, production cycles, and historical demand trends were extracted from the company’s internal Enterprise Resource Planning (ERP) and Manufacturing Execution Systems (MES). </a:t>
                </a:r>
              </a:p>
              <a:p>
                <a:pPr marL="171450" indent="-171450">
                  <a:buFont typeface="Arial" panose="020B0604020202020204" pitchFamily="34" charset="0"/>
                  <a:buChar char="•"/>
                </a:pPr>
                <a:endParaRPr lang="en-CA" sz="1400" dirty="0">
                  <a:solidFill>
                    <a:srgbClr val="000000"/>
                  </a:solidFill>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First, the data was cross-validated with historical production records and monthly inventory reports to confirm consistency. Additionally, direct interviews with production managers and supply chain experts were held to validate key parameters such as processing times, inventory levels, advertising effectiveness, credibility, contact rate, etc. </a:t>
                </a:r>
              </a:p>
              <a:p>
                <a:pPr marL="171450" indent="-171450">
                  <a:buFont typeface="Arial" panose="020B0604020202020204" pitchFamily="34" charset="0"/>
                  <a:buChar char="•"/>
                </a:pPr>
                <a:endParaRPr lang="en-US" sz="1400" dirty="0">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endParaRPr lang="en-US" sz="1400" dirty="0">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This adaptive inventory control mechanism (Figure 1) dynamically adjusts order quantities based on demand fluctuations, preventing shortages while optimizing holding costs.</a:t>
                </a:r>
                <a:endParaRPr lang="en-CA" sz="1400" dirty="0">
                  <a:latin typeface="Times New Roman" panose="02020603050405020304" pitchFamily="18" charset="0"/>
                  <a:cs typeface="Times New Roman" panose="02020603050405020304" pitchFamily="18" charset="0"/>
                </a:endParaRPr>
              </a:p>
            </p:txBody>
          </p:sp>
        </mc:Choice>
        <mc:Fallback xmlns="">
          <p:sp>
            <p:nvSpPr>
              <p:cNvPr id="4" name="TextBox 3">
                <a:extLst>
                  <a:ext uri="{FF2B5EF4-FFF2-40B4-BE49-F238E27FC236}">
                    <a16:creationId xmlns:a16="http://schemas.microsoft.com/office/drawing/2014/main" id="{E49BF2CB-9B78-8695-24A8-4360F5B27A14}"/>
                  </a:ext>
                </a:extLst>
              </p:cNvPr>
              <p:cNvSpPr txBox="1">
                <a:spLocks noRot="1" noChangeAspect="1" noMove="1" noResize="1" noEditPoints="1" noAdjustHandles="1" noChangeArrowheads="1" noChangeShapeType="1" noTextEdit="1"/>
              </p:cNvSpPr>
              <p:nvPr/>
            </p:nvSpPr>
            <p:spPr>
              <a:xfrm>
                <a:off x="1301750" y="1093912"/>
                <a:ext cx="10185400" cy="4185761"/>
              </a:xfrm>
              <a:prstGeom prst="rect">
                <a:avLst/>
              </a:prstGeom>
              <a:blipFill>
                <a:blip r:embed="rId2"/>
                <a:stretch>
                  <a:fillRect l="-120" t="-146" b="-582"/>
                </a:stretch>
              </a:blipFill>
            </p:spPr>
            <p:txBody>
              <a:bodyPr/>
              <a:lstStyle/>
              <a:p>
                <a:r>
                  <a:rPr lang="en-CA">
                    <a:noFill/>
                  </a:rPr>
                  <a:t> </a:t>
                </a:r>
              </a:p>
            </p:txBody>
          </p:sp>
        </mc:Fallback>
      </mc:AlternateContent>
      <p:sp>
        <p:nvSpPr>
          <p:cNvPr id="7" name="TextBox 6">
            <a:extLst>
              <a:ext uri="{FF2B5EF4-FFF2-40B4-BE49-F238E27FC236}">
                <a16:creationId xmlns:a16="http://schemas.microsoft.com/office/drawing/2014/main" id="{1E82291D-584C-89D5-3E12-ED2F55E1DD8C}"/>
              </a:ext>
            </a:extLst>
          </p:cNvPr>
          <p:cNvSpPr txBox="1"/>
          <p:nvPr/>
        </p:nvSpPr>
        <p:spPr>
          <a:xfrm>
            <a:off x="1466850" y="673100"/>
            <a:ext cx="793807" cy="369332"/>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Step 1</a:t>
            </a:r>
            <a:endParaRPr lang="en-CA"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DD4F876F-44BC-B8F5-CA1F-5436D5AA725C}"/>
              </a:ext>
            </a:extLst>
          </p:cNvPr>
          <p:cNvPicPr>
            <a:picLocks noChangeAspect="1"/>
          </p:cNvPicPr>
          <p:nvPr/>
        </p:nvPicPr>
        <p:blipFill>
          <a:blip r:embed="rId3"/>
          <a:stretch>
            <a:fillRect/>
          </a:stretch>
        </p:blipFill>
        <p:spPr>
          <a:xfrm>
            <a:off x="6307666" y="5463505"/>
            <a:ext cx="4785177" cy="844162"/>
          </a:xfrm>
          <a:prstGeom prst="rect">
            <a:avLst/>
          </a:prstGeom>
        </p:spPr>
      </p:pic>
    </p:spTree>
    <p:extLst>
      <p:ext uri="{BB962C8B-B14F-4D97-AF65-F5344CB8AC3E}">
        <p14:creationId xmlns:p14="http://schemas.microsoft.com/office/powerpoint/2010/main" val="24195577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AFCCB7C-D14E-DA72-F0F8-486A00CABE98}"/>
              </a:ext>
            </a:extLst>
          </p:cNvPr>
          <p:cNvSpPr txBox="1">
            <a:spLocks/>
          </p:cNvSpPr>
          <p:nvPr/>
        </p:nvSpPr>
        <p:spPr>
          <a:xfrm>
            <a:off x="4893454" y="0"/>
            <a:ext cx="4187046" cy="79949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Times New Roman" panose="02020603050405020304" pitchFamily="18" charset="0"/>
                <a:cs typeface="Times New Roman" panose="02020603050405020304" pitchFamily="18" charset="0"/>
              </a:rPr>
              <a:t>Methodology</a:t>
            </a:r>
          </a:p>
        </p:txBody>
      </p:sp>
      <p:sp>
        <p:nvSpPr>
          <p:cNvPr id="13" name="TextBox 12">
            <a:extLst>
              <a:ext uri="{FF2B5EF4-FFF2-40B4-BE49-F238E27FC236}">
                <a16:creationId xmlns:a16="http://schemas.microsoft.com/office/drawing/2014/main" id="{5F1F8470-DA19-FC41-0575-33B0ADB6ACFA}"/>
              </a:ext>
            </a:extLst>
          </p:cNvPr>
          <p:cNvSpPr txBox="1"/>
          <p:nvPr/>
        </p:nvSpPr>
        <p:spPr>
          <a:xfrm>
            <a:off x="1555750" y="1092111"/>
            <a:ext cx="9721850" cy="923330"/>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For analyzing the behavior of these variables, we apply the Bass diffusion model (Santa-Eulalia et al. 2011) into this SD simulation using the Equation (1) for getting the information on the coefficient of innovation &amp; imitation in our model:</a:t>
            </a:r>
            <a:endParaRPr lang="en-CA" dirty="0">
              <a:latin typeface="Times New Roman" panose="02020603050405020304" pitchFamily="18" charset="0"/>
              <a:cs typeface="Times New Roman" panose="02020603050405020304" pitchFamily="18" charset="0"/>
            </a:endParaRPr>
          </a:p>
        </p:txBody>
      </p:sp>
      <p:pic>
        <p:nvPicPr>
          <p:cNvPr id="15" name="Picture 14">
            <a:extLst>
              <a:ext uri="{FF2B5EF4-FFF2-40B4-BE49-F238E27FC236}">
                <a16:creationId xmlns:a16="http://schemas.microsoft.com/office/drawing/2014/main" id="{D10A98DB-5976-0206-2BA2-9669C6779AC1}"/>
              </a:ext>
            </a:extLst>
          </p:cNvPr>
          <p:cNvPicPr>
            <a:picLocks noChangeAspect="1"/>
          </p:cNvPicPr>
          <p:nvPr/>
        </p:nvPicPr>
        <p:blipFill>
          <a:blip r:embed="rId2"/>
          <a:stretch>
            <a:fillRect/>
          </a:stretch>
        </p:blipFill>
        <p:spPr>
          <a:xfrm>
            <a:off x="3638265" y="2308057"/>
            <a:ext cx="5626669" cy="784295"/>
          </a:xfrm>
          <a:prstGeom prst="rect">
            <a:avLst/>
          </a:prstGeom>
        </p:spPr>
      </p:pic>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161881B3-AE9A-8770-71A2-C5CB4CCB998E}"/>
                  </a:ext>
                </a:extLst>
              </p:cNvPr>
              <p:cNvSpPr txBox="1"/>
              <p:nvPr/>
            </p:nvSpPr>
            <p:spPr>
              <a:xfrm>
                <a:off x="1695450" y="3307805"/>
                <a:ext cx="9518650" cy="1200329"/>
              </a:xfrm>
              <a:prstGeom prst="rect">
                <a:avLst/>
              </a:prstGeom>
              <a:noFill/>
            </p:spPr>
            <p:txBody>
              <a:bodyPr wrap="square">
                <a:spAutoFit/>
              </a:bodyPr>
              <a:lstStyle/>
              <a:p>
                <a:pPr algn="just"/>
                <a:r>
                  <a:rPr lang="en-US" dirty="0">
                    <a:solidFill>
                      <a:srgbClr val="000000"/>
                    </a:solidFill>
                    <a:effectLst/>
                    <a:latin typeface="Times New Roman" panose="02020603050405020304" pitchFamily="18" charset="0"/>
                    <a:ea typeface="Yu Mincho" panose="02020400000000000000" pitchFamily="18" charset="-128"/>
                  </a:rPr>
                  <a:t>Where </a:t>
                </a:r>
                <a14:m>
                  <m:oMath xmlns:m="http://schemas.openxmlformats.org/officeDocument/2006/math">
                    <m:r>
                      <a:rPr lang="en-CA" i="1">
                        <a:solidFill>
                          <a:srgbClr val="000000"/>
                        </a:solidFill>
                        <a:effectLst/>
                        <a:latin typeface="Cambria Math" panose="02040503050406030204" pitchFamily="18" charset="0"/>
                        <a:ea typeface="Yu Mincho" panose="02020400000000000000" pitchFamily="18" charset="-128"/>
                        <a:cs typeface="Times New Roman" panose="02020603050405020304" pitchFamily="18" charset="0"/>
                      </a:rPr>
                      <m:t>𝑁</m:t>
                    </m:r>
                    <m:r>
                      <a:rPr lang="en-CA" i="1">
                        <a:solidFill>
                          <a:srgbClr val="000000"/>
                        </a:solidFill>
                        <a:effectLst/>
                        <a:latin typeface="Cambria Math" panose="02040503050406030204" pitchFamily="18" charset="0"/>
                        <a:ea typeface="Yu Mincho" panose="02020400000000000000" pitchFamily="18" charset="-128"/>
                        <a:cs typeface="Times New Roman" panose="02020603050405020304" pitchFamily="18" charset="0"/>
                      </a:rPr>
                      <m:t>(</m:t>
                    </m:r>
                    <m:r>
                      <a:rPr lang="en-CA" i="1">
                        <a:solidFill>
                          <a:srgbClr val="000000"/>
                        </a:solidFill>
                        <a:effectLst/>
                        <a:latin typeface="Cambria Math" panose="02040503050406030204" pitchFamily="18" charset="0"/>
                        <a:ea typeface="Yu Mincho" panose="02020400000000000000" pitchFamily="18" charset="-128"/>
                        <a:cs typeface="Times New Roman" panose="02020603050405020304" pitchFamily="18" charset="0"/>
                      </a:rPr>
                      <m:t>𝑡</m:t>
                    </m:r>
                    <m:r>
                      <a:rPr lang="en-CA" i="1">
                        <a:solidFill>
                          <a:srgbClr val="000000"/>
                        </a:solidFill>
                        <a:effectLst/>
                        <a:latin typeface="Cambria Math" panose="02040503050406030204" pitchFamily="18" charset="0"/>
                        <a:ea typeface="Yu Mincho" panose="02020400000000000000" pitchFamily="18" charset="-128"/>
                        <a:cs typeface="Times New Roman" panose="02020603050405020304" pitchFamily="18" charset="0"/>
                      </a:rPr>
                      <m:t>)</m:t>
                    </m:r>
                  </m:oMath>
                </a14:m>
                <a:r>
                  <a:rPr lang="en-CA" dirty="0">
                    <a:solidFill>
                      <a:srgbClr val="000000"/>
                    </a:solidFill>
                    <a:effectLst/>
                    <a:latin typeface="Times New Roman" panose="02020603050405020304" pitchFamily="18" charset="0"/>
                    <a:ea typeface="Yu Mincho" panose="02020400000000000000" pitchFamily="18" charset="-128"/>
                  </a:rPr>
                  <a:t> is cumulative number of adopters at time </a:t>
                </a:r>
                <a14:m>
                  <m:oMath xmlns:m="http://schemas.openxmlformats.org/officeDocument/2006/math">
                    <m:r>
                      <a:rPr lang="en-CA" i="1">
                        <a:solidFill>
                          <a:srgbClr val="000000"/>
                        </a:solidFill>
                        <a:effectLst/>
                        <a:latin typeface="Cambria Math" panose="02040503050406030204" pitchFamily="18" charset="0"/>
                        <a:ea typeface="Yu Mincho" panose="02020400000000000000" pitchFamily="18" charset="-128"/>
                        <a:cs typeface="Times New Roman" panose="02020603050405020304" pitchFamily="18" charset="0"/>
                      </a:rPr>
                      <m:t>𝑡</m:t>
                    </m:r>
                  </m:oMath>
                </a14:m>
                <a:r>
                  <a:rPr lang="en-CA" dirty="0">
                    <a:solidFill>
                      <a:srgbClr val="000000"/>
                    </a:solidFill>
                    <a:effectLst/>
                    <a:latin typeface="Times New Roman" panose="02020603050405020304" pitchFamily="18" charset="0"/>
                    <a:ea typeface="Yu Mincho" panose="02020400000000000000" pitchFamily="18" charset="-128"/>
                  </a:rPr>
                  <a:t>, </a:t>
                </a:r>
                <a14:m>
                  <m:oMath xmlns:m="http://schemas.openxmlformats.org/officeDocument/2006/math">
                    <m:r>
                      <a:rPr lang="en-CA" i="1">
                        <a:solidFill>
                          <a:srgbClr val="000000"/>
                        </a:solidFill>
                        <a:effectLst/>
                        <a:latin typeface="Cambria Math" panose="02040503050406030204" pitchFamily="18" charset="0"/>
                        <a:ea typeface="Yu Mincho" panose="02020400000000000000" pitchFamily="18" charset="-128"/>
                        <a:cs typeface="Times New Roman" panose="02020603050405020304" pitchFamily="18" charset="0"/>
                      </a:rPr>
                      <m:t>𝑀</m:t>
                    </m:r>
                  </m:oMath>
                </a14:m>
                <a:r>
                  <a:rPr lang="en-CA" dirty="0">
                    <a:solidFill>
                      <a:srgbClr val="000000"/>
                    </a:solidFill>
                    <a:effectLst/>
                    <a:latin typeface="Times New Roman" panose="02020603050405020304" pitchFamily="18" charset="0"/>
                    <a:ea typeface="Yu Mincho" panose="02020400000000000000" pitchFamily="18" charset="-128"/>
                  </a:rPr>
                  <a:t> is the total potential market size (number of potential adopters), </a:t>
                </a:r>
                <a14:m>
                  <m:oMath xmlns:m="http://schemas.openxmlformats.org/officeDocument/2006/math">
                    <m:r>
                      <a:rPr lang="en-CA" i="1">
                        <a:solidFill>
                          <a:srgbClr val="000000"/>
                        </a:solidFill>
                        <a:effectLst/>
                        <a:latin typeface="Cambria Math" panose="02040503050406030204" pitchFamily="18" charset="0"/>
                        <a:ea typeface="Yu Mincho" panose="02020400000000000000" pitchFamily="18" charset="-128"/>
                        <a:cs typeface="Times New Roman" panose="02020603050405020304" pitchFamily="18" charset="0"/>
                      </a:rPr>
                      <m:t>𝑝</m:t>
                    </m:r>
                  </m:oMath>
                </a14:m>
                <a:r>
                  <a:rPr lang="en-CA" dirty="0">
                    <a:solidFill>
                      <a:srgbClr val="000000"/>
                    </a:solidFill>
                    <a:effectLst/>
                    <a:latin typeface="Times New Roman" panose="02020603050405020304" pitchFamily="18" charset="0"/>
                    <a:ea typeface="Yu Mincho" panose="02020400000000000000" pitchFamily="18" charset="-128"/>
                  </a:rPr>
                  <a:t> is the coefficient of innovation (probability of adoption due to external influence like advertising), </a:t>
                </a:r>
                <a14:m>
                  <m:oMath xmlns:m="http://schemas.openxmlformats.org/officeDocument/2006/math">
                    <m:r>
                      <a:rPr lang="en-CA" i="1">
                        <a:solidFill>
                          <a:srgbClr val="000000"/>
                        </a:solidFill>
                        <a:effectLst/>
                        <a:latin typeface="Cambria Math" panose="02040503050406030204" pitchFamily="18" charset="0"/>
                        <a:ea typeface="Yu Mincho" panose="02020400000000000000" pitchFamily="18" charset="-128"/>
                        <a:cs typeface="Times New Roman" panose="02020603050405020304" pitchFamily="18" charset="0"/>
                      </a:rPr>
                      <m:t>𝑞</m:t>
                    </m:r>
                  </m:oMath>
                </a14:m>
                <a:r>
                  <a:rPr lang="en-CA" dirty="0">
                    <a:solidFill>
                      <a:srgbClr val="000000"/>
                    </a:solidFill>
                    <a:effectLst/>
                    <a:latin typeface="Times New Roman" panose="02020603050405020304" pitchFamily="18" charset="0"/>
                    <a:ea typeface="Yu Mincho" panose="02020400000000000000" pitchFamily="18" charset="-128"/>
                  </a:rPr>
                  <a:t> is coefficient of imitation, in other words, the probability of adoption due to the word of mouth (WOM) effect.</a:t>
                </a:r>
                <a:endParaRPr lang="en-CA" sz="3200" dirty="0"/>
              </a:p>
            </p:txBody>
          </p:sp>
        </mc:Choice>
        <mc:Fallback xmlns="">
          <p:sp>
            <p:nvSpPr>
              <p:cNvPr id="17" name="TextBox 16">
                <a:extLst>
                  <a:ext uri="{FF2B5EF4-FFF2-40B4-BE49-F238E27FC236}">
                    <a16:creationId xmlns:a16="http://schemas.microsoft.com/office/drawing/2014/main" id="{161881B3-AE9A-8770-71A2-C5CB4CCB998E}"/>
                  </a:ext>
                </a:extLst>
              </p:cNvPr>
              <p:cNvSpPr txBox="1">
                <a:spLocks noRot="1" noChangeAspect="1" noMove="1" noResize="1" noEditPoints="1" noAdjustHandles="1" noChangeArrowheads="1" noChangeShapeType="1" noTextEdit="1"/>
              </p:cNvSpPr>
              <p:nvPr/>
            </p:nvSpPr>
            <p:spPr>
              <a:xfrm>
                <a:off x="1695450" y="3307805"/>
                <a:ext cx="9518650" cy="1200329"/>
              </a:xfrm>
              <a:prstGeom prst="rect">
                <a:avLst/>
              </a:prstGeom>
              <a:blipFill>
                <a:blip r:embed="rId3"/>
                <a:stretch>
                  <a:fillRect l="-512" t="-3046" r="-512" b="-6599"/>
                </a:stretch>
              </a:blipFill>
            </p:spPr>
            <p:txBody>
              <a:bodyPr/>
              <a:lstStyle/>
              <a:p>
                <a:r>
                  <a:rPr lang="en-CA">
                    <a:noFill/>
                  </a:rPr>
                  <a:t> </a:t>
                </a:r>
              </a:p>
            </p:txBody>
          </p:sp>
        </mc:Fallback>
      </mc:AlternateContent>
      <p:sp>
        <p:nvSpPr>
          <p:cNvPr id="19" name="TextBox 18">
            <a:extLst>
              <a:ext uri="{FF2B5EF4-FFF2-40B4-BE49-F238E27FC236}">
                <a16:creationId xmlns:a16="http://schemas.microsoft.com/office/drawing/2014/main" id="{11037850-C0AF-0C7C-5A0E-37BB208B4B68}"/>
              </a:ext>
            </a:extLst>
          </p:cNvPr>
          <p:cNvSpPr txBox="1"/>
          <p:nvPr/>
        </p:nvSpPr>
        <p:spPr>
          <a:xfrm>
            <a:off x="1695450" y="649720"/>
            <a:ext cx="793807" cy="369332"/>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Step 2</a:t>
            </a:r>
            <a:endParaRPr lang="en-CA"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029974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72C12-AAA3-5D78-4355-76C867DEFE65}"/>
              </a:ext>
            </a:extLst>
          </p:cNvPr>
          <p:cNvSpPr txBox="1">
            <a:spLocks/>
          </p:cNvSpPr>
          <p:nvPr/>
        </p:nvSpPr>
        <p:spPr>
          <a:xfrm>
            <a:off x="4893454" y="0"/>
            <a:ext cx="4187046" cy="79949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Times New Roman" panose="02020603050405020304" pitchFamily="18" charset="0"/>
                <a:cs typeface="Times New Roman" panose="02020603050405020304" pitchFamily="18" charset="0"/>
              </a:rPr>
              <a:t>Methodology</a:t>
            </a:r>
          </a:p>
        </p:txBody>
      </p:sp>
      <p:pic>
        <p:nvPicPr>
          <p:cNvPr id="5" name="Picture 4">
            <a:extLst>
              <a:ext uri="{FF2B5EF4-FFF2-40B4-BE49-F238E27FC236}">
                <a16:creationId xmlns:a16="http://schemas.microsoft.com/office/drawing/2014/main" id="{45C7FA20-FF40-85AD-1177-A6D1E49AF5CD}"/>
              </a:ext>
            </a:extLst>
          </p:cNvPr>
          <p:cNvPicPr>
            <a:picLocks noChangeAspect="1"/>
          </p:cNvPicPr>
          <p:nvPr/>
        </p:nvPicPr>
        <p:blipFill>
          <a:blip r:embed="rId2"/>
          <a:stretch>
            <a:fillRect/>
          </a:stretch>
        </p:blipFill>
        <p:spPr>
          <a:xfrm>
            <a:off x="2879482" y="1685163"/>
            <a:ext cx="5994400" cy="4436238"/>
          </a:xfrm>
          <a:prstGeom prst="rect">
            <a:avLst/>
          </a:prstGeom>
        </p:spPr>
      </p:pic>
      <p:sp>
        <p:nvSpPr>
          <p:cNvPr id="6" name="TextBox 5">
            <a:extLst>
              <a:ext uri="{FF2B5EF4-FFF2-40B4-BE49-F238E27FC236}">
                <a16:creationId xmlns:a16="http://schemas.microsoft.com/office/drawing/2014/main" id="{F7CA78B5-25E1-64EE-DE45-BAF0AAB42A8E}"/>
              </a:ext>
            </a:extLst>
          </p:cNvPr>
          <p:cNvSpPr txBox="1"/>
          <p:nvPr/>
        </p:nvSpPr>
        <p:spPr>
          <a:xfrm>
            <a:off x="1850996" y="612647"/>
            <a:ext cx="2056973" cy="369332"/>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Step 2 continued…</a:t>
            </a:r>
            <a:endParaRPr lang="en-CA"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2CEE4913-9213-EBF3-2F00-23F4282FF988}"/>
              </a:ext>
            </a:extLst>
          </p:cNvPr>
          <p:cNvSpPr txBox="1"/>
          <p:nvPr/>
        </p:nvSpPr>
        <p:spPr>
          <a:xfrm>
            <a:off x="3365500" y="1218755"/>
            <a:ext cx="4121150" cy="369332"/>
          </a:xfrm>
          <a:prstGeom prst="rect">
            <a:avLst/>
          </a:prstGeom>
          <a:noFill/>
        </p:spPr>
        <p:txBody>
          <a:bodyPr wrap="square">
            <a:spAutoFit/>
          </a:bodyPr>
          <a:lstStyle/>
          <a:p>
            <a:r>
              <a:rPr lang="en-CA" dirty="0">
                <a:latin typeface="Times New Roman" panose="02020603050405020304" pitchFamily="18" charset="0"/>
                <a:cs typeface="Times New Roman" panose="02020603050405020304" pitchFamily="18" charset="0"/>
              </a:rPr>
              <a:t>Market Dynamics Simulation Algorithm</a:t>
            </a:r>
          </a:p>
        </p:txBody>
      </p:sp>
    </p:spTree>
    <p:extLst>
      <p:ext uri="{BB962C8B-B14F-4D97-AF65-F5344CB8AC3E}">
        <p14:creationId xmlns:p14="http://schemas.microsoft.com/office/powerpoint/2010/main" val="39363564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77C681C-F35E-0B5B-7549-76B5F66A5BFC}"/>
              </a:ext>
            </a:extLst>
          </p:cNvPr>
          <p:cNvSpPr txBox="1"/>
          <p:nvPr/>
        </p:nvSpPr>
        <p:spPr>
          <a:xfrm>
            <a:off x="4451350" y="0"/>
            <a:ext cx="4318000" cy="523220"/>
          </a:xfrm>
          <a:prstGeom prst="rect">
            <a:avLst/>
          </a:prstGeom>
          <a:noFill/>
        </p:spPr>
        <p:txBody>
          <a:bodyPr wrap="square">
            <a:spAutoFit/>
          </a:bodyPr>
          <a:lstStyle/>
          <a:p>
            <a:pPr algn="ctr">
              <a:spcBef>
                <a:spcPts val="1200"/>
              </a:spcBef>
              <a:spcAft>
                <a:spcPts val="600"/>
              </a:spcAft>
              <a:buNone/>
            </a:pPr>
            <a:r>
              <a:rPr lang="en-CA" sz="2800" b="1" i="0" kern="100" dirty="0">
                <a:solidFill>
                  <a:srgbClr val="000000"/>
                </a:solidFill>
                <a:effectLst/>
                <a:latin typeface="Times New Roman" panose="02020603050405020304" pitchFamily="18" charset="0"/>
                <a:ea typeface="Aptos" panose="020B0004020202020204" pitchFamily="34" charset="0"/>
                <a:cs typeface="Arial" panose="020B0604020202020204" pitchFamily="34" charset="0"/>
              </a:rPr>
              <a:t>Experimental Analysis</a:t>
            </a:r>
            <a:r>
              <a:rPr lang="en-CA" sz="2800" i="0" kern="100" dirty="0">
                <a:solidFill>
                  <a:srgbClr val="000000"/>
                </a:solidFill>
                <a:effectLst/>
                <a:latin typeface="Times New Roman" panose="02020603050405020304" pitchFamily="18" charset="0"/>
                <a:ea typeface="Aptos" panose="020B0004020202020204" pitchFamily="34" charset="0"/>
                <a:cs typeface="Arial" panose="020B0604020202020204" pitchFamily="34" charset="0"/>
              </a:rPr>
              <a:t>.</a:t>
            </a:r>
            <a:endParaRPr lang="en-CA" i="1" kern="100" dirty="0">
              <a:solidFill>
                <a:srgbClr val="0E2841"/>
              </a:solidFill>
              <a:effectLst/>
              <a:latin typeface="Aptos" panose="020B0004020202020204" pitchFamily="34" charset="0"/>
              <a:ea typeface="Aptos" panose="020B00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384BE03B-3714-D664-7329-3AF18C58C1DE}"/>
              </a:ext>
            </a:extLst>
          </p:cNvPr>
          <p:cNvPicPr>
            <a:picLocks noChangeAspect="1"/>
          </p:cNvPicPr>
          <p:nvPr/>
        </p:nvPicPr>
        <p:blipFill>
          <a:blip r:embed="rId2">
            <a:duotone>
              <a:prstClr val="black"/>
              <a:schemeClr val="tx2">
                <a:tint val="45000"/>
                <a:satMod val="400000"/>
              </a:schemeClr>
            </a:duotone>
            <a:extLst>
              <a:ext uri="{BEBA8EAE-BF5A-486C-A8C5-ECC9F3942E4B}">
                <a14:imgProps xmlns:a14="http://schemas.microsoft.com/office/drawing/2010/main">
                  <a14:imgLayer r:embed="rId3">
                    <a14:imgEffect>
                      <a14:brightnessContrast bright="-40000" contrast="40000"/>
                    </a14:imgEffect>
                  </a14:imgLayer>
                </a14:imgProps>
              </a:ext>
            </a:extLst>
          </a:blip>
          <a:stretch>
            <a:fillRect/>
          </a:stretch>
        </p:blipFill>
        <p:spPr>
          <a:xfrm>
            <a:off x="7270750" y="1635715"/>
            <a:ext cx="4762500" cy="2821985"/>
          </a:xfrm>
          <a:prstGeom prst="rect">
            <a:avLst/>
          </a:prstGeom>
        </p:spPr>
      </p:pic>
      <p:sp>
        <p:nvSpPr>
          <p:cNvPr id="6" name="TextBox 5">
            <a:extLst>
              <a:ext uri="{FF2B5EF4-FFF2-40B4-BE49-F238E27FC236}">
                <a16:creationId xmlns:a16="http://schemas.microsoft.com/office/drawing/2014/main" id="{2674152F-7D07-A672-0A9A-F5D8A1047810}"/>
              </a:ext>
            </a:extLst>
          </p:cNvPr>
          <p:cNvSpPr txBox="1"/>
          <p:nvPr/>
        </p:nvSpPr>
        <p:spPr>
          <a:xfrm>
            <a:off x="8458200" y="4530863"/>
            <a:ext cx="2978150" cy="369332"/>
          </a:xfrm>
          <a:prstGeom prst="rect">
            <a:avLst/>
          </a:prstGeom>
          <a:noFill/>
        </p:spPr>
        <p:txBody>
          <a:bodyPr wrap="square">
            <a:spAutoFit/>
          </a:bodyPr>
          <a:lstStyle/>
          <a:p>
            <a:pPr algn="ctr">
              <a:spcAft>
                <a:spcPts val="1000"/>
              </a:spcAft>
              <a:buNone/>
            </a:pPr>
            <a:r>
              <a:rPr lang="en-CA" sz="1800" i="0" kern="100" dirty="0">
                <a:solidFill>
                  <a:srgbClr val="000000"/>
                </a:solidFill>
                <a:effectLst/>
                <a:latin typeface="Times New Roman" panose="02020603050405020304" pitchFamily="18" charset="0"/>
                <a:ea typeface="Aptos" panose="020B0004020202020204" pitchFamily="34" charset="0"/>
                <a:cs typeface="Arial" panose="020B0604020202020204" pitchFamily="34" charset="0"/>
              </a:rPr>
              <a:t>Demand Curve analysis.</a:t>
            </a:r>
            <a:endParaRPr lang="en-CA" sz="1200" i="1" kern="100" dirty="0">
              <a:solidFill>
                <a:srgbClr val="0E2841"/>
              </a:solidFill>
              <a:effectLst/>
              <a:latin typeface="Aptos" panose="020B0004020202020204" pitchFamily="34" charset="0"/>
              <a:ea typeface="Aptos" panose="020B00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FFC5E22D-0440-42A5-D9C6-06670AB09D0A}"/>
              </a:ext>
            </a:extLst>
          </p:cNvPr>
          <p:cNvSpPr txBox="1"/>
          <p:nvPr/>
        </p:nvSpPr>
        <p:spPr>
          <a:xfrm>
            <a:off x="1003300" y="978525"/>
            <a:ext cx="5619750" cy="4524315"/>
          </a:xfrm>
          <a:prstGeom prst="rect">
            <a:avLst/>
          </a:prstGeom>
          <a:noFill/>
        </p:spPr>
        <p:txBody>
          <a:bodyPr wrap="square">
            <a:spAutoFit/>
          </a:bodyPr>
          <a:lstStyle/>
          <a:p>
            <a:pPr marL="171450" indent="-171450" algn="just">
              <a:buFont typeface="Arial" panose="020B0604020202020204" pitchFamily="34" charset="0"/>
              <a:buChar char="•"/>
            </a:pPr>
            <a:r>
              <a:rPr lang="en-US" sz="1600" dirty="0">
                <a:solidFill>
                  <a:srgbClr val="000000"/>
                </a:solidFill>
                <a:effectLst/>
                <a:latin typeface="Times New Roman" panose="02020603050405020304" pitchFamily="18" charset="0"/>
                <a:ea typeface="Aptos" panose="020B0004020202020204" pitchFamily="34" charset="0"/>
              </a:rPr>
              <a:t>In the beginning, </a:t>
            </a:r>
            <a:r>
              <a:rPr lang="en-US" sz="1600" i="1" dirty="0" err="1">
                <a:solidFill>
                  <a:srgbClr val="000000"/>
                </a:solidFill>
                <a:effectLst/>
                <a:latin typeface="Times New Roman" panose="02020603050405020304" pitchFamily="18" charset="0"/>
                <a:ea typeface="Aptos" panose="020B0004020202020204" pitchFamily="34" charset="0"/>
              </a:rPr>
              <a:t>PotentialUsers</a:t>
            </a:r>
            <a:r>
              <a:rPr lang="en-US" sz="1600" dirty="0">
                <a:solidFill>
                  <a:srgbClr val="000000"/>
                </a:solidFill>
                <a:effectLst/>
                <a:latin typeface="Times New Roman" panose="02020603050405020304" pitchFamily="18" charset="0"/>
                <a:ea typeface="Aptos" panose="020B0004020202020204" pitchFamily="34" charset="0"/>
              </a:rPr>
              <a:t> stabilized at a rate the user required to reflect short-term market recovery due to promotional efforts and credibility gains. </a:t>
            </a:r>
          </a:p>
          <a:p>
            <a:pPr marL="171450" indent="-171450" algn="just">
              <a:buFont typeface="Arial" panose="020B0604020202020204" pitchFamily="34" charset="0"/>
              <a:buChar char="•"/>
            </a:pPr>
            <a:endParaRPr lang="en-US" sz="1600" dirty="0">
              <a:solidFill>
                <a:srgbClr val="000000"/>
              </a:solidFill>
              <a:latin typeface="Times New Roman" panose="02020603050405020304" pitchFamily="18" charset="0"/>
              <a:ea typeface="Aptos" panose="020B0004020202020204" pitchFamily="34" charset="0"/>
            </a:endParaRPr>
          </a:p>
          <a:p>
            <a:pPr marL="171450" indent="-171450" algn="just">
              <a:buFont typeface="Arial" panose="020B0604020202020204" pitchFamily="34" charset="0"/>
              <a:buChar char="•"/>
            </a:pPr>
            <a:r>
              <a:rPr lang="en-US" sz="1600" dirty="0">
                <a:solidFill>
                  <a:srgbClr val="000000"/>
                </a:solidFill>
                <a:effectLst/>
                <a:latin typeface="Times New Roman" panose="02020603050405020304" pitchFamily="18" charset="0"/>
                <a:ea typeface="Aptos" panose="020B0004020202020204" pitchFamily="34" charset="0"/>
              </a:rPr>
              <a:t>For example, we consider at least 1000 potential users after the first few days. However, once these days have passed, </a:t>
            </a:r>
            <a:r>
              <a:rPr lang="en-US" sz="1600" i="1" dirty="0" err="1">
                <a:solidFill>
                  <a:srgbClr val="000000"/>
                </a:solidFill>
                <a:effectLst/>
                <a:latin typeface="Times New Roman" panose="02020603050405020304" pitchFamily="18" charset="0"/>
                <a:ea typeface="Aptos" panose="020B0004020202020204" pitchFamily="34" charset="0"/>
              </a:rPr>
              <a:t>PotentialUsers</a:t>
            </a:r>
            <a:r>
              <a:rPr lang="en-US" sz="1600" dirty="0">
                <a:solidFill>
                  <a:srgbClr val="000000"/>
                </a:solidFill>
                <a:effectLst/>
                <a:latin typeface="Times New Roman" panose="02020603050405020304" pitchFamily="18" charset="0"/>
                <a:ea typeface="Aptos" panose="020B0004020202020204" pitchFamily="34" charset="0"/>
              </a:rPr>
              <a:t> begin to decline until they reach close to zero.  </a:t>
            </a:r>
          </a:p>
          <a:p>
            <a:pPr marL="171450" indent="-171450" algn="just">
              <a:buFont typeface="Arial" panose="020B0604020202020204" pitchFamily="34" charset="0"/>
              <a:buChar char="•"/>
            </a:pPr>
            <a:endParaRPr lang="en-US" sz="1600" dirty="0">
              <a:solidFill>
                <a:srgbClr val="000000"/>
              </a:solidFill>
              <a:latin typeface="Times New Roman" panose="02020603050405020304" pitchFamily="18" charset="0"/>
              <a:ea typeface="Aptos" panose="020B0004020202020204" pitchFamily="34" charset="0"/>
            </a:endParaRPr>
          </a:p>
          <a:p>
            <a:pPr marL="171450" indent="-171450" algn="just">
              <a:buFont typeface="Arial" panose="020B0604020202020204" pitchFamily="34" charset="0"/>
              <a:buChar char="•"/>
            </a:pPr>
            <a:r>
              <a:rPr lang="en-US" sz="1600" dirty="0">
                <a:solidFill>
                  <a:srgbClr val="000000"/>
                </a:solidFill>
                <a:effectLst/>
                <a:latin typeface="Times New Roman" panose="02020603050405020304" pitchFamily="18" charset="0"/>
                <a:ea typeface="Aptos" panose="020B0004020202020204" pitchFamily="34" charset="0"/>
              </a:rPr>
              <a:t>This gradual decline represents the long-term decay in the market impact, where initial boosts in market penetration fade over time. </a:t>
            </a:r>
          </a:p>
          <a:p>
            <a:pPr marL="171450" indent="-171450" algn="just">
              <a:buFont typeface="Arial" panose="020B0604020202020204" pitchFamily="34" charset="0"/>
              <a:buChar char="•"/>
            </a:pPr>
            <a:endParaRPr lang="en-US" sz="1600" dirty="0">
              <a:solidFill>
                <a:srgbClr val="000000"/>
              </a:solidFill>
              <a:latin typeface="Times New Roman" panose="02020603050405020304" pitchFamily="18" charset="0"/>
              <a:ea typeface="Aptos" panose="020B0004020202020204" pitchFamily="34" charset="0"/>
            </a:endParaRPr>
          </a:p>
          <a:p>
            <a:pPr marL="171450" indent="-171450" algn="just">
              <a:buFont typeface="Arial" panose="020B0604020202020204" pitchFamily="34" charset="0"/>
              <a:buChar char="•"/>
            </a:pPr>
            <a:r>
              <a:rPr lang="en-CA" sz="1600" dirty="0">
                <a:solidFill>
                  <a:srgbClr val="000000"/>
                </a:solidFill>
                <a:effectLst/>
                <a:latin typeface="Times New Roman" panose="02020603050405020304" pitchFamily="18" charset="0"/>
                <a:ea typeface="Aptos" panose="020B0004020202020204" pitchFamily="34" charset="0"/>
              </a:rPr>
              <a:t>By incorporating stochastic variations in key parameters, the model captures the cyclical nature of demand. </a:t>
            </a:r>
          </a:p>
          <a:p>
            <a:pPr marL="171450" indent="-171450" algn="just">
              <a:buFont typeface="Arial" panose="020B0604020202020204" pitchFamily="34" charset="0"/>
              <a:buChar char="•"/>
            </a:pPr>
            <a:endParaRPr lang="en-CA" sz="1600" dirty="0">
              <a:solidFill>
                <a:srgbClr val="000000"/>
              </a:solidFill>
              <a:latin typeface="Times New Roman" panose="02020603050405020304" pitchFamily="18" charset="0"/>
              <a:ea typeface="Aptos" panose="020B0004020202020204" pitchFamily="34" charset="0"/>
            </a:endParaRPr>
          </a:p>
          <a:p>
            <a:pPr marL="171450" indent="-171450" algn="just">
              <a:buFont typeface="Arial" panose="020B0604020202020204" pitchFamily="34" charset="0"/>
              <a:buChar char="•"/>
            </a:pPr>
            <a:r>
              <a:rPr lang="en-CA" sz="1600" dirty="0">
                <a:solidFill>
                  <a:srgbClr val="000000"/>
                </a:solidFill>
                <a:effectLst/>
                <a:latin typeface="Times New Roman" panose="02020603050405020304" pitchFamily="18" charset="0"/>
                <a:ea typeface="Aptos" panose="020B0004020202020204" pitchFamily="34" charset="0"/>
              </a:rPr>
              <a:t>This provides a realistic simulation of customer acquisition, retention, and market shrinkage due to reduced credibility and advertising effectiveness</a:t>
            </a:r>
            <a:r>
              <a:rPr lang="en-US" sz="1600" dirty="0">
                <a:solidFill>
                  <a:srgbClr val="000000"/>
                </a:solidFill>
                <a:effectLst/>
                <a:latin typeface="Times New Roman" panose="02020603050405020304" pitchFamily="18" charset="0"/>
                <a:ea typeface="Aptos" panose="020B0004020202020204" pitchFamily="34" charset="0"/>
              </a:rPr>
              <a:t>.</a:t>
            </a:r>
            <a:endParaRPr lang="en-CA" sz="2800" dirty="0"/>
          </a:p>
        </p:txBody>
      </p:sp>
    </p:spTree>
    <p:extLst>
      <p:ext uri="{BB962C8B-B14F-4D97-AF65-F5344CB8AC3E}">
        <p14:creationId xmlns:p14="http://schemas.microsoft.com/office/powerpoint/2010/main" val="18255589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790D07B-5FA0-09A5-E897-A1607B1FF361}"/>
              </a:ext>
            </a:extLst>
          </p:cNvPr>
          <p:cNvPicPr>
            <a:picLocks noChangeAspect="1"/>
          </p:cNvPicPr>
          <p:nvPr/>
        </p:nvPicPr>
        <p:blipFill>
          <a:blip r:embed="rId2"/>
          <a:stretch>
            <a:fillRect/>
          </a:stretch>
        </p:blipFill>
        <p:spPr>
          <a:xfrm>
            <a:off x="2830223" y="3130423"/>
            <a:ext cx="6966458" cy="2121154"/>
          </a:xfrm>
          <a:prstGeom prst="rect">
            <a:avLst/>
          </a:prstGeom>
        </p:spPr>
      </p:pic>
      <p:pic>
        <p:nvPicPr>
          <p:cNvPr id="7" name="Picture 6">
            <a:extLst>
              <a:ext uri="{FF2B5EF4-FFF2-40B4-BE49-F238E27FC236}">
                <a16:creationId xmlns:a16="http://schemas.microsoft.com/office/drawing/2014/main" id="{462CADB7-E3E4-2875-43B5-820E0A972BF4}"/>
              </a:ext>
            </a:extLst>
          </p:cNvPr>
          <p:cNvPicPr>
            <a:picLocks noChangeAspect="1"/>
          </p:cNvPicPr>
          <p:nvPr/>
        </p:nvPicPr>
        <p:blipFill>
          <a:blip r:embed="rId3"/>
          <a:stretch>
            <a:fillRect/>
          </a:stretch>
        </p:blipFill>
        <p:spPr>
          <a:xfrm>
            <a:off x="2836573" y="2370095"/>
            <a:ext cx="5975858" cy="417555"/>
          </a:xfrm>
          <a:prstGeom prst="rect">
            <a:avLst/>
          </a:prstGeom>
        </p:spPr>
      </p:pic>
      <p:sp>
        <p:nvSpPr>
          <p:cNvPr id="9" name="TextBox 8">
            <a:extLst>
              <a:ext uri="{FF2B5EF4-FFF2-40B4-BE49-F238E27FC236}">
                <a16:creationId xmlns:a16="http://schemas.microsoft.com/office/drawing/2014/main" id="{5087A22A-0B50-A4EF-9C9B-3E53C7ECBF57}"/>
              </a:ext>
            </a:extLst>
          </p:cNvPr>
          <p:cNvSpPr txBox="1"/>
          <p:nvPr/>
        </p:nvSpPr>
        <p:spPr>
          <a:xfrm>
            <a:off x="1111250" y="657136"/>
            <a:ext cx="10947400" cy="1200329"/>
          </a:xfrm>
          <a:prstGeom prst="rect">
            <a:avLst/>
          </a:prstGeom>
          <a:noFill/>
        </p:spPr>
        <p:txBody>
          <a:bodyPr wrap="square">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analysis includes 1) the effects of the parameters’ variation and their impact on profitability, </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and 2) an optimization experiment to select the best possible combination of parameters that ensures the most profitability.</a:t>
            </a:r>
            <a:endParaRPr lang="en-CA"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38B66FCD-61C4-1B97-C632-B10DB37CEC92}"/>
              </a:ext>
            </a:extLst>
          </p:cNvPr>
          <p:cNvSpPr txBox="1"/>
          <p:nvPr/>
        </p:nvSpPr>
        <p:spPr>
          <a:xfrm>
            <a:off x="4108450" y="0"/>
            <a:ext cx="4318000" cy="523220"/>
          </a:xfrm>
          <a:prstGeom prst="rect">
            <a:avLst/>
          </a:prstGeom>
          <a:noFill/>
        </p:spPr>
        <p:txBody>
          <a:bodyPr wrap="square">
            <a:spAutoFit/>
          </a:bodyPr>
          <a:lstStyle/>
          <a:p>
            <a:pPr algn="ctr">
              <a:spcBef>
                <a:spcPts val="1200"/>
              </a:spcBef>
              <a:spcAft>
                <a:spcPts val="600"/>
              </a:spcAft>
              <a:buNone/>
            </a:pPr>
            <a:r>
              <a:rPr lang="en-CA" sz="2800" b="1" i="0" kern="100" dirty="0">
                <a:solidFill>
                  <a:srgbClr val="000000"/>
                </a:solidFill>
                <a:effectLst/>
                <a:latin typeface="Times New Roman" panose="02020603050405020304" pitchFamily="18" charset="0"/>
                <a:ea typeface="Aptos" panose="020B0004020202020204" pitchFamily="34" charset="0"/>
                <a:cs typeface="Arial" panose="020B0604020202020204" pitchFamily="34" charset="0"/>
              </a:rPr>
              <a:t>Results &amp;  Analysis</a:t>
            </a:r>
            <a:r>
              <a:rPr lang="en-CA" sz="2800" i="0" kern="100" dirty="0">
                <a:solidFill>
                  <a:srgbClr val="000000"/>
                </a:solidFill>
                <a:effectLst/>
                <a:latin typeface="Times New Roman" panose="02020603050405020304" pitchFamily="18" charset="0"/>
                <a:ea typeface="Aptos" panose="020B0004020202020204" pitchFamily="34" charset="0"/>
                <a:cs typeface="Arial" panose="020B0604020202020204" pitchFamily="34" charset="0"/>
              </a:rPr>
              <a:t>.</a:t>
            </a:r>
            <a:endParaRPr lang="en-CA" i="1" kern="100" dirty="0">
              <a:solidFill>
                <a:srgbClr val="0E2841"/>
              </a:solidFill>
              <a:effectLst/>
              <a:latin typeface="Aptos" panose="020B00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15831477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78E446A-AC5A-46A2-3B59-692F09322E6B}"/>
              </a:ext>
            </a:extLst>
          </p:cNvPr>
          <p:cNvPicPr>
            <a:picLocks noChangeAspect="1"/>
          </p:cNvPicPr>
          <p:nvPr/>
        </p:nvPicPr>
        <p:blipFill>
          <a:blip r:embed="rId2"/>
          <a:stretch>
            <a:fillRect/>
          </a:stretch>
        </p:blipFill>
        <p:spPr>
          <a:xfrm>
            <a:off x="8051800" y="1351865"/>
            <a:ext cx="3943350" cy="1861235"/>
          </a:xfrm>
          <a:prstGeom prst="rect">
            <a:avLst/>
          </a:prstGeom>
        </p:spPr>
      </p:pic>
      <p:sp>
        <p:nvSpPr>
          <p:cNvPr id="4" name="TextBox 3">
            <a:extLst>
              <a:ext uri="{FF2B5EF4-FFF2-40B4-BE49-F238E27FC236}">
                <a16:creationId xmlns:a16="http://schemas.microsoft.com/office/drawing/2014/main" id="{7BC7F6A0-680B-1F51-2B9F-AB824C86F7DA}"/>
              </a:ext>
            </a:extLst>
          </p:cNvPr>
          <p:cNvSpPr txBox="1"/>
          <p:nvPr/>
        </p:nvSpPr>
        <p:spPr>
          <a:xfrm>
            <a:off x="8509000" y="3041650"/>
            <a:ext cx="3441700" cy="430887"/>
          </a:xfrm>
          <a:prstGeom prst="rect">
            <a:avLst/>
          </a:prstGeom>
          <a:noFill/>
        </p:spPr>
        <p:txBody>
          <a:bodyPr wrap="square">
            <a:spAutoFit/>
          </a:bodyPr>
          <a:lstStyle/>
          <a:p>
            <a:r>
              <a:rPr lang="en-US" sz="1050" dirty="0">
                <a:latin typeface="Times New Roman" panose="02020603050405020304" pitchFamily="18" charset="0"/>
                <a:cs typeface="Times New Roman" panose="02020603050405020304" pitchFamily="18" charset="0"/>
              </a:rPr>
              <a:t>Experimental analysis- a) Profit from compare runs and, b) Parameter optimization from optimization experiments.</a:t>
            </a:r>
            <a:endParaRPr lang="en-CA" sz="105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E4DAC6CC-6003-604F-7242-26489B7585AB}"/>
              </a:ext>
            </a:extLst>
          </p:cNvPr>
          <p:cNvSpPr txBox="1"/>
          <p:nvPr/>
        </p:nvSpPr>
        <p:spPr>
          <a:xfrm>
            <a:off x="1019175" y="1176288"/>
            <a:ext cx="6654800" cy="3139321"/>
          </a:xfrm>
          <a:prstGeom prst="rect">
            <a:avLst/>
          </a:prstGeom>
          <a:noFill/>
        </p:spPr>
        <p:txBody>
          <a:bodyPr wrap="square">
            <a:spAutoFit/>
          </a:bodyPr>
          <a:lstStyle/>
          <a:p>
            <a:pPr algn="just"/>
            <a:r>
              <a:rPr lang="en-US" dirty="0">
                <a:latin typeface="Times New Roman" panose="02020603050405020304" pitchFamily="18" charset="0"/>
                <a:cs typeface="Times New Roman" panose="02020603050405020304" pitchFamily="18" charset="0"/>
              </a:rPr>
              <a:t>The optimization process steadily improved results, with profits increasing sharply in the first 100 iterations, before stabilizing at approximately $53,000-$54,000 in later stages. </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This suggests that the algorithm efficiently converged to an optimal solution, ensuring that further adjustments yielded minimal improvements. </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The best feasible solution demonstrates how systematic parameter tuning resulted in a stable and optimized inventory strategy, ultimately maximizing profitability.</a:t>
            </a:r>
            <a:endParaRPr lang="en-CA"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39E9E482-F731-E93B-2A5D-3A526F641358}"/>
              </a:ext>
            </a:extLst>
          </p:cNvPr>
          <p:cNvSpPr txBox="1"/>
          <p:nvPr/>
        </p:nvSpPr>
        <p:spPr>
          <a:xfrm>
            <a:off x="4108450" y="0"/>
            <a:ext cx="4318000" cy="523220"/>
          </a:xfrm>
          <a:prstGeom prst="rect">
            <a:avLst/>
          </a:prstGeom>
          <a:noFill/>
        </p:spPr>
        <p:txBody>
          <a:bodyPr wrap="square">
            <a:spAutoFit/>
          </a:bodyPr>
          <a:lstStyle/>
          <a:p>
            <a:pPr algn="ctr">
              <a:spcBef>
                <a:spcPts val="1200"/>
              </a:spcBef>
              <a:spcAft>
                <a:spcPts val="600"/>
              </a:spcAft>
              <a:buNone/>
            </a:pPr>
            <a:r>
              <a:rPr lang="en-CA" sz="2800" b="1" i="0" kern="100" dirty="0">
                <a:solidFill>
                  <a:srgbClr val="000000"/>
                </a:solidFill>
                <a:effectLst/>
                <a:latin typeface="Times New Roman" panose="02020603050405020304" pitchFamily="18" charset="0"/>
                <a:ea typeface="Aptos" panose="020B0004020202020204" pitchFamily="34" charset="0"/>
                <a:cs typeface="Arial" panose="020B0604020202020204" pitchFamily="34" charset="0"/>
              </a:rPr>
              <a:t>Results &amp;  Analysis</a:t>
            </a:r>
            <a:r>
              <a:rPr lang="en-CA" sz="2800" i="0" kern="100" dirty="0">
                <a:solidFill>
                  <a:srgbClr val="000000"/>
                </a:solidFill>
                <a:effectLst/>
                <a:latin typeface="Times New Roman" panose="02020603050405020304" pitchFamily="18" charset="0"/>
                <a:ea typeface="Aptos" panose="020B0004020202020204" pitchFamily="34" charset="0"/>
                <a:cs typeface="Arial" panose="020B0604020202020204" pitchFamily="34" charset="0"/>
              </a:rPr>
              <a:t>.</a:t>
            </a:r>
            <a:endParaRPr lang="en-CA" i="1" kern="100" dirty="0">
              <a:solidFill>
                <a:srgbClr val="0E2841"/>
              </a:solidFill>
              <a:effectLst/>
              <a:latin typeface="Aptos" panose="020B00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8362370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61F9087-7D7A-1D01-58A7-6354414EDCFD}"/>
              </a:ext>
            </a:extLst>
          </p:cNvPr>
          <p:cNvSpPr txBox="1"/>
          <p:nvPr/>
        </p:nvSpPr>
        <p:spPr>
          <a:xfrm>
            <a:off x="812800" y="1322685"/>
            <a:ext cx="10979150" cy="4247317"/>
          </a:xfrm>
          <a:prstGeom prst="rect">
            <a:avLst/>
          </a:prstGeom>
          <a:noFill/>
        </p:spPr>
        <p:txBody>
          <a:bodyPr wrap="square">
            <a:spAutoFit/>
          </a:bodyPr>
          <a:lstStyle/>
          <a:p>
            <a:pPr marL="285750" indent="-285750">
              <a:buFont typeface="Arial" panose="020B0604020202020204" pitchFamily="34" charset="0"/>
              <a:buChar char="•"/>
            </a:pPr>
            <a:r>
              <a:rPr lang="en-US" dirty="0"/>
              <a:t>This paper presents a simulation-based approach for optimizing production operations by considering demand and market dynamics, specifically tailored for the edible oil industry.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CA" dirty="0"/>
              <a:t>Leveraging this hybrid method, companies can explore and evaluate various marketing strategies, assess the effects of influencing factors, and anticipate demand fluctuations without making immediate adjustments to their actual systems. </a:t>
            </a:r>
          </a:p>
          <a:p>
            <a:pPr marL="285750" indent="-285750">
              <a:buFont typeface="Arial" panose="020B0604020202020204" pitchFamily="34" charset="0"/>
              <a:buChar char="•"/>
            </a:pPr>
            <a:endParaRPr lang="en-CA" dirty="0"/>
          </a:p>
          <a:p>
            <a:pPr marL="285750" indent="-285750">
              <a:buFont typeface="Arial" panose="020B0604020202020204" pitchFamily="34" charset="0"/>
              <a:buChar char="•"/>
            </a:pPr>
            <a:r>
              <a:rPr lang="en-CA" dirty="0"/>
              <a:t>Unlike traditional forecasting methods that struggle to capture dynamic consumer behavior and shifting market conditions, this hybrid simulation approach offers a reliable and insightful platform for strategic decision-making. </a:t>
            </a:r>
          </a:p>
          <a:p>
            <a:pPr marL="285750" indent="-285750">
              <a:buFont typeface="Arial" panose="020B0604020202020204" pitchFamily="34" charset="0"/>
              <a:buChar char="•"/>
            </a:pPr>
            <a:endParaRPr lang="en-CA" dirty="0"/>
          </a:p>
          <a:p>
            <a:pPr marL="285750" indent="-285750">
              <a:buFont typeface="Arial" panose="020B0604020202020204" pitchFamily="34" charset="0"/>
              <a:buChar char="•"/>
            </a:pPr>
            <a:r>
              <a:rPr lang="en-CA" dirty="0"/>
              <a:t>In an increasingly competitive marketplace, this method allows companies to respond swiftly to changes, reduce operational risks, and maintain consistent market presence while minimizing costs and inefficiencies.</a:t>
            </a:r>
          </a:p>
          <a:p>
            <a:pPr marL="285750" indent="-285750">
              <a:buFont typeface="Arial" panose="020B0604020202020204" pitchFamily="34" charset="0"/>
              <a:buChar char="•"/>
            </a:pPr>
            <a:endParaRPr lang="en-CA" dirty="0"/>
          </a:p>
          <a:p>
            <a:pPr marL="285750" indent="-285750">
              <a:buFont typeface="Arial" panose="020B0604020202020204" pitchFamily="34" charset="0"/>
              <a:buChar char="•"/>
            </a:pPr>
            <a:endParaRPr lang="en-CA" dirty="0"/>
          </a:p>
        </p:txBody>
      </p:sp>
      <p:sp>
        <p:nvSpPr>
          <p:cNvPr id="8" name="Title 1">
            <a:extLst>
              <a:ext uri="{FF2B5EF4-FFF2-40B4-BE49-F238E27FC236}">
                <a16:creationId xmlns:a16="http://schemas.microsoft.com/office/drawing/2014/main" id="{2B9E6A93-A777-3B4E-593E-4E1F633B6B8D}"/>
              </a:ext>
            </a:extLst>
          </p:cNvPr>
          <p:cNvSpPr txBox="1">
            <a:spLocks/>
          </p:cNvSpPr>
          <p:nvPr/>
        </p:nvSpPr>
        <p:spPr>
          <a:xfrm>
            <a:off x="4893454" y="0"/>
            <a:ext cx="4187046" cy="79949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latin typeface="Times New Roman" panose="02020603050405020304" pitchFamily="18" charset="0"/>
                <a:cs typeface="Times New Roman" panose="02020603050405020304" pitchFamily="18" charset="0"/>
              </a:rPr>
              <a:t>Conclusion</a:t>
            </a:r>
          </a:p>
        </p:txBody>
      </p:sp>
    </p:spTree>
    <p:extLst>
      <p:ext uri="{BB962C8B-B14F-4D97-AF65-F5344CB8AC3E}">
        <p14:creationId xmlns:p14="http://schemas.microsoft.com/office/powerpoint/2010/main" val="34153951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CE0C4-1813-372F-1B4A-519E27E89ACD}"/>
              </a:ext>
            </a:extLst>
          </p:cNvPr>
          <p:cNvSpPr txBox="1">
            <a:spLocks/>
          </p:cNvSpPr>
          <p:nvPr/>
        </p:nvSpPr>
        <p:spPr>
          <a:xfrm>
            <a:off x="4893454" y="0"/>
            <a:ext cx="4187046" cy="79949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latin typeface="Times New Roman" panose="02020603050405020304" pitchFamily="18" charset="0"/>
                <a:cs typeface="Times New Roman" panose="02020603050405020304" pitchFamily="18" charset="0"/>
              </a:rPr>
              <a:t>Limitations</a:t>
            </a:r>
          </a:p>
        </p:txBody>
      </p:sp>
      <p:sp>
        <p:nvSpPr>
          <p:cNvPr id="5" name="TextBox 4">
            <a:extLst>
              <a:ext uri="{FF2B5EF4-FFF2-40B4-BE49-F238E27FC236}">
                <a16:creationId xmlns:a16="http://schemas.microsoft.com/office/drawing/2014/main" id="{3FCBD981-0302-AB0C-FD13-E8335A80FE83}"/>
              </a:ext>
            </a:extLst>
          </p:cNvPr>
          <p:cNvSpPr txBox="1"/>
          <p:nvPr/>
        </p:nvSpPr>
        <p:spPr>
          <a:xfrm>
            <a:off x="2012950" y="1338213"/>
            <a:ext cx="9131300" cy="2585323"/>
          </a:xfrm>
          <a:prstGeom prst="rect">
            <a:avLst/>
          </a:prstGeom>
          <a:noFill/>
        </p:spPr>
        <p:txBody>
          <a:bodyPr wrap="square">
            <a:spAutoFit/>
          </a:bodyPr>
          <a:lstStyle/>
          <a:p>
            <a:pPr marL="285750" indent="-285750">
              <a:buFont typeface="Arial" panose="020B0604020202020204" pitchFamily="34" charset="0"/>
              <a:buChar char="•"/>
            </a:pPr>
            <a:r>
              <a:rPr lang="en-CA" sz="1800" dirty="0">
                <a:solidFill>
                  <a:srgbClr val="000000"/>
                </a:solidFill>
                <a:effectLst/>
                <a:latin typeface="Times New Roman" panose="02020603050405020304" pitchFamily="18" charset="0"/>
                <a:ea typeface="Aptos" panose="020B0004020202020204" pitchFamily="34" charset="0"/>
              </a:rPr>
              <a:t>Although our optimization experiments successfully identified the optimal inventory management strategy, several avenues remain open for future exploration. </a:t>
            </a:r>
          </a:p>
          <a:p>
            <a:endParaRPr lang="en-CA" dirty="0">
              <a:solidFill>
                <a:srgbClr val="000000"/>
              </a:solidFill>
              <a:latin typeface="Times New Roman" panose="02020603050405020304" pitchFamily="18" charset="0"/>
              <a:ea typeface="Aptos" panose="020B0004020202020204" pitchFamily="34" charset="0"/>
            </a:endParaRPr>
          </a:p>
          <a:p>
            <a:pPr marL="285750" indent="-285750">
              <a:buFont typeface="Arial" panose="020B0604020202020204" pitchFamily="34" charset="0"/>
              <a:buChar char="•"/>
            </a:pPr>
            <a:r>
              <a:rPr lang="en-CA" sz="1800" dirty="0">
                <a:solidFill>
                  <a:srgbClr val="000000"/>
                </a:solidFill>
                <a:effectLst/>
                <a:latin typeface="Times New Roman" panose="02020603050405020304" pitchFamily="18" charset="0"/>
                <a:ea typeface="Aptos" panose="020B0004020202020204" pitchFamily="34" charset="0"/>
              </a:rPr>
              <a:t>Incorporating seasonal variations in demand and dynamic lead-time fluctuations could significantly enhance the model's adaptability to real-world uncertainties. </a:t>
            </a:r>
          </a:p>
          <a:p>
            <a:endParaRPr lang="en-CA" dirty="0">
              <a:solidFill>
                <a:srgbClr val="000000"/>
              </a:solidFill>
              <a:latin typeface="Times New Roman" panose="02020603050405020304" pitchFamily="18" charset="0"/>
              <a:ea typeface="Aptos" panose="020B0004020202020204" pitchFamily="34" charset="0"/>
            </a:endParaRPr>
          </a:p>
          <a:p>
            <a:endParaRPr lang="en-CA" sz="1800" dirty="0">
              <a:solidFill>
                <a:srgbClr val="000000"/>
              </a:solidFill>
              <a:effectLst/>
              <a:latin typeface="Times New Roman" panose="02020603050405020304" pitchFamily="18" charset="0"/>
              <a:ea typeface="Aptos" panose="020B0004020202020204" pitchFamily="34" charset="0"/>
            </a:endParaRPr>
          </a:p>
          <a:p>
            <a:pPr marL="285750" indent="-285750">
              <a:buFont typeface="Arial" panose="020B0604020202020204" pitchFamily="34" charset="0"/>
              <a:buChar char="•"/>
            </a:pPr>
            <a:r>
              <a:rPr lang="en-CA" sz="1800" dirty="0">
                <a:solidFill>
                  <a:srgbClr val="000000"/>
                </a:solidFill>
                <a:effectLst/>
                <a:latin typeface="Times New Roman" panose="02020603050405020304" pitchFamily="18" charset="0"/>
                <a:ea typeface="Aptos" panose="020B0004020202020204" pitchFamily="34" charset="0"/>
              </a:rPr>
              <a:t>Furthermore, external validation across diverse market scenarios and varied cost structures would improve the robustness and generalizability of the findings. </a:t>
            </a:r>
            <a:endParaRPr lang="en-CA" dirty="0"/>
          </a:p>
        </p:txBody>
      </p:sp>
    </p:spTree>
    <p:extLst>
      <p:ext uri="{BB962C8B-B14F-4D97-AF65-F5344CB8AC3E}">
        <p14:creationId xmlns:p14="http://schemas.microsoft.com/office/powerpoint/2010/main" val="76968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38F30A-447D-94CD-10A5-EE4A8A8B0C4F}"/>
              </a:ext>
            </a:extLst>
          </p:cNvPr>
          <p:cNvSpPr txBox="1">
            <a:spLocks/>
          </p:cNvSpPr>
          <p:nvPr/>
        </p:nvSpPr>
        <p:spPr>
          <a:xfrm>
            <a:off x="3947304" y="0"/>
            <a:ext cx="6276196" cy="79949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latin typeface="Times New Roman" panose="02020603050405020304" pitchFamily="18" charset="0"/>
                <a:cs typeface="Times New Roman" panose="02020603050405020304" pitchFamily="18" charset="0"/>
              </a:rPr>
              <a:t>Practical Implications</a:t>
            </a:r>
          </a:p>
        </p:txBody>
      </p:sp>
      <p:sp>
        <p:nvSpPr>
          <p:cNvPr id="5" name="TextBox 4">
            <a:extLst>
              <a:ext uri="{FF2B5EF4-FFF2-40B4-BE49-F238E27FC236}">
                <a16:creationId xmlns:a16="http://schemas.microsoft.com/office/drawing/2014/main" id="{760E8162-9010-C31C-7A52-A384541F81AD}"/>
              </a:ext>
            </a:extLst>
          </p:cNvPr>
          <p:cNvSpPr txBox="1"/>
          <p:nvPr/>
        </p:nvSpPr>
        <p:spPr>
          <a:xfrm>
            <a:off x="1606550" y="1127750"/>
            <a:ext cx="9906000" cy="3416320"/>
          </a:xfrm>
          <a:prstGeom prst="rect">
            <a:avLst/>
          </a:prstGeom>
          <a:noFill/>
        </p:spPr>
        <p:txBody>
          <a:bodyPr wrap="square">
            <a:spAutoFit/>
          </a:bodyPr>
          <a:lstStyle/>
          <a:p>
            <a:pPr marL="171450" indent="-171450">
              <a:buFont typeface="Arial" panose="020B0604020202020204" pitchFamily="34" charset="0"/>
              <a:buChar char="•"/>
            </a:pPr>
            <a:r>
              <a:rPr lang="en-CA" dirty="0">
                <a:solidFill>
                  <a:srgbClr val="000000"/>
                </a:solidFill>
                <a:effectLst/>
                <a:latin typeface="Times New Roman" panose="02020603050405020304" pitchFamily="18" charset="0"/>
                <a:ea typeface="Aptos" panose="020B0004020202020204" pitchFamily="34" charset="0"/>
              </a:rPr>
              <a:t>By deploying the hybrid simulation framework integrating DES and SD, managers can proactively evaluate strategic adjustments in production and marketing, effectively aligning operations with consumer demand patterns. </a:t>
            </a:r>
          </a:p>
          <a:p>
            <a:pPr marL="171450" indent="-171450">
              <a:buFont typeface="Arial" panose="020B0604020202020204" pitchFamily="34" charset="0"/>
              <a:buChar char="•"/>
            </a:pPr>
            <a:endParaRPr lang="en-CA" dirty="0">
              <a:solidFill>
                <a:srgbClr val="000000"/>
              </a:solidFill>
              <a:latin typeface="Times New Roman" panose="02020603050405020304" pitchFamily="18" charset="0"/>
              <a:ea typeface="Aptos" panose="020B0004020202020204" pitchFamily="34" charset="0"/>
            </a:endParaRPr>
          </a:p>
          <a:p>
            <a:pPr marL="171450" indent="-171450">
              <a:buFont typeface="Arial" panose="020B0604020202020204" pitchFamily="34" charset="0"/>
              <a:buChar char="•"/>
            </a:pPr>
            <a:r>
              <a:rPr lang="en-CA" dirty="0">
                <a:solidFill>
                  <a:srgbClr val="000000"/>
                </a:solidFill>
                <a:effectLst/>
                <a:latin typeface="Times New Roman" panose="02020603050405020304" pitchFamily="18" charset="0"/>
                <a:ea typeface="Aptos" panose="020B0004020202020204" pitchFamily="34" charset="0"/>
              </a:rPr>
              <a:t>The real-time analysis capability of the model enables swift responses to sudden shifts in market trends, minimizing stockouts and surplus inventory. </a:t>
            </a:r>
          </a:p>
          <a:p>
            <a:pPr marL="171450" indent="-171450">
              <a:buFont typeface="Arial" panose="020B0604020202020204" pitchFamily="34" charset="0"/>
              <a:buChar char="•"/>
            </a:pPr>
            <a:endParaRPr lang="en-CA" dirty="0">
              <a:solidFill>
                <a:srgbClr val="000000"/>
              </a:solidFill>
              <a:latin typeface="Times New Roman" panose="02020603050405020304" pitchFamily="18" charset="0"/>
              <a:ea typeface="Aptos" panose="020B0004020202020204" pitchFamily="34" charset="0"/>
            </a:endParaRPr>
          </a:p>
          <a:p>
            <a:pPr marL="171450" indent="-171450">
              <a:buFont typeface="Arial" panose="020B0604020202020204" pitchFamily="34" charset="0"/>
              <a:buChar char="•"/>
            </a:pPr>
            <a:r>
              <a:rPr lang="en-CA" dirty="0">
                <a:solidFill>
                  <a:srgbClr val="000000"/>
                </a:solidFill>
                <a:effectLst/>
                <a:latin typeface="Times New Roman" panose="02020603050405020304" pitchFamily="18" charset="0"/>
                <a:ea typeface="Aptos" panose="020B0004020202020204" pitchFamily="34" charset="0"/>
              </a:rPr>
              <a:t>This predictive approach supports efficient resource allocation and helps businesses avoid unnecessary costs associated with excess production or inventory shortages. </a:t>
            </a:r>
          </a:p>
          <a:p>
            <a:pPr marL="171450" indent="-171450">
              <a:buFont typeface="Arial" panose="020B0604020202020204" pitchFamily="34" charset="0"/>
              <a:buChar char="•"/>
            </a:pPr>
            <a:endParaRPr lang="en-CA" dirty="0">
              <a:solidFill>
                <a:srgbClr val="000000"/>
              </a:solidFill>
              <a:latin typeface="Times New Roman" panose="02020603050405020304" pitchFamily="18" charset="0"/>
              <a:ea typeface="Aptos" panose="020B0004020202020204" pitchFamily="34" charset="0"/>
            </a:endParaRPr>
          </a:p>
          <a:p>
            <a:pPr marL="171450" indent="-171450">
              <a:buFont typeface="Arial" panose="020B0604020202020204" pitchFamily="34" charset="0"/>
              <a:buChar char="•"/>
            </a:pPr>
            <a:r>
              <a:rPr lang="en-CA" dirty="0">
                <a:solidFill>
                  <a:srgbClr val="000000"/>
                </a:solidFill>
                <a:effectLst/>
                <a:latin typeface="Times New Roman" panose="02020603050405020304" pitchFamily="18" charset="0"/>
                <a:ea typeface="Aptos" panose="020B0004020202020204" pitchFamily="34" charset="0"/>
              </a:rPr>
              <a:t>Additionally, the method allows firms to experiment with marketing scenarios virtually, significantly reducing the financial and operational risks linked to untested promotional campaigns. </a:t>
            </a:r>
            <a:endParaRPr lang="en-CA" sz="3200" dirty="0"/>
          </a:p>
        </p:txBody>
      </p:sp>
    </p:spTree>
    <p:extLst>
      <p:ext uri="{BB962C8B-B14F-4D97-AF65-F5344CB8AC3E}">
        <p14:creationId xmlns:p14="http://schemas.microsoft.com/office/powerpoint/2010/main" val="8757792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8D974-0F25-5B79-4EAA-C2C60782DBCF}"/>
              </a:ext>
            </a:extLst>
          </p:cNvPr>
          <p:cNvSpPr txBox="1">
            <a:spLocks/>
          </p:cNvSpPr>
          <p:nvPr/>
        </p:nvSpPr>
        <p:spPr>
          <a:xfrm>
            <a:off x="3947304" y="0"/>
            <a:ext cx="4523596" cy="79949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latin typeface="Times New Roman" panose="02020603050405020304" pitchFamily="18" charset="0"/>
                <a:cs typeface="Times New Roman" panose="02020603050405020304" pitchFamily="18" charset="0"/>
              </a:rPr>
              <a:t>Acknowledgement</a:t>
            </a:r>
          </a:p>
        </p:txBody>
      </p:sp>
      <p:sp>
        <p:nvSpPr>
          <p:cNvPr id="5" name="TextBox 4">
            <a:extLst>
              <a:ext uri="{FF2B5EF4-FFF2-40B4-BE49-F238E27FC236}">
                <a16:creationId xmlns:a16="http://schemas.microsoft.com/office/drawing/2014/main" id="{D6A5E467-E074-FA96-8E41-116D339FBD6D}"/>
              </a:ext>
            </a:extLst>
          </p:cNvPr>
          <p:cNvSpPr txBox="1"/>
          <p:nvPr/>
        </p:nvSpPr>
        <p:spPr>
          <a:xfrm>
            <a:off x="977900" y="1352643"/>
            <a:ext cx="10826750" cy="2252155"/>
          </a:xfrm>
          <a:prstGeom prst="rect">
            <a:avLst/>
          </a:prstGeom>
          <a:noFill/>
        </p:spPr>
        <p:txBody>
          <a:bodyPr wrap="square">
            <a:spAutoFit/>
          </a:bodyPr>
          <a:lstStyle/>
          <a:p>
            <a:pPr algn="just">
              <a:lnSpc>
                <a:spcPct val="150000"/>
              </a:lnSpc>
              <a:spcAft>
                <a:spcPts val="600"/>
              </a:spcAft>
              <a:buNone/>
            </a:pPr>
            <a:r>
              <a:rPr lang="en-CA" sz="2400" kern="100" dirty="0">
                <a:effectLst/>
                <a:latin typeface="Times New Roman" panose="02020603050405020304" pitchFamily="18" charset="0"/>
                <a:ea typeface="Aptos" panose="020B0004020202020204" pitchFamily="34" charset="0"/>
                <a:cs typeface="Arial" panose="020B0604020202020204" pitchFamily="34" charset="0"/>
              </a:rPr>
              <a:t>This work was partially supported by the United States (U.S.) National Science Foundation (IUSE 2216396) and the U.S. Department of Education (FIPSE P116S210004, MSEIP P120A220044). The authors wish to express sincere gratitude for their financial support.</a:t>
            </a:r>
            <a:endParaRPr lang="en-CA" sz="2800" kern="100" dirty="0">
              <a:effectLst/>
              <a:latin typeface="Aptos" panose="020B00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18987460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Q And A Question And Answer Shot Form On Wooden Block Stock Photo -  Download Image Now">
            <a:extLst>
              <a:ext uri="{FF2B5EF4-FFF2-40B4-BE49-F238E27FC236}">
                <a16:creationId xmlns:a16="http://schemas.microsoft.com/office/drawing/2014/main" id="{AA8FB43C-FA4D-97B6-B329-40C714E06A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53517" y="1361017"/>
            <a:ext cx="7509934" cy="41359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86836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4EA6649-B72F-3141-A60B-B4E37F65714F}"/>
              </a:ext>
            </a:extLst>
          </p:cNvPr>
          <p:cNvSpPr txBox="1">
            <a:spLocks noChangeArrowheads="1"/>
          </p:cNvSpPr>
          <p:nvPr/>
        </p:nvSpPr>
        <p:spPr bwMode="auto">
          <a:xfrm>
            <a:off x="2945393" y="1439239"/>
            <a:ext cx="6767319"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None/>
            </a:pPr>
            <a:r>
              <a:rPr lang="en-US" altLang="en-US" sz="9600" b="1">
                <a:solidFill>
                  <a:schemeClr val="bg1"/>
                </a:solidFill>
                <a:ea typeface="Open Sans Semibold" panose="020B0706030804020204" pitchFamily="34" charset="0"/>
                <a:cs typeface="Calibri" panose="020F0502020204030204" pitchFamily="34" charset="0"/>
              </a:rPr>
              <a:t>THANK YOU</a:t>
            </a:r>
          </a:p>
        </p:txBody>
      </p:sp>
      <p:sp>
        <p:nvSpPr>
          <p:cNvPr id="3" name="TextBox 2">
            <a:extLst>
              <a:ext uri="{FF2B5EF4-FFF2-40B4-BE49-F238E27FC236}">
                <a16:creationId xmlns:a16="http://schemas.microsoft.com/office/drawing/2014/main" id="{EB44296C-E582-6D41-9891-08FEEE3035AA}"/>
              </a:ext>
            </a:extLst>
          </p:cNvPr>
          <p:cNvSpPr txBox="1"/>
          <p:nvPr/>
        </p:nvSpPr>
        <p:spPr>
          <a:xfrm>
            <a:off x="4015911" y="3153865"/>
            <a:ext cx="4447865" cy="1446550"/>
          </a:xfrm>
          <a:prstGeom prst="rect">
            <a:avLst/>
          </a:prstGeom>
          <a:noFill/>
        </p:spPr>
        <p:txBody>
          <a:bodyPr wrap="square" rtlCol="0">
            <a:spAutoFit/>
          </a:bodyPr>
          <a:lstStyle/>
          <a:p>
            <a:pPr algn="ctr"/>
            <a:r>
              <a:rPr lang="en-US" sz="4400" b="1">
                <a:solidFill>
                  <a:schemeClr val="bg1"/>
                </a:solidFill>
              </a:rPr>
              <a:t>Question and Discussion</a:t>
            </a:r>
            <a:endParaRPr lang="en-US" sz="4000" b="0">
              <a:solidFill>
                <a:schemeClr val="bg1"/>
              </a:solidFill>
            </a:endParaRPr>
          </a:p>
        </p:txBody>
      </p:sp>
    </p:spTree>
    <p:extLst>
      <p:ext uri="{BB962C8B-B14F-4D97-AF65-F5344CB8AC3E}">
        <p14:creationId xmlns:p14="http://schemas.microsoft.com/office/powerpoint/2010/main" val="855781932"/>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8348</TotalTime>
  <Words>1506</Words>
  <Application>Microsoft Office PowerPoint</Application>
  <PresentationFormat>Widescreen</PresentationFormat>
  <Paragraphs>128</Paragraphs>
  <Slides>19</Slides>
  <Notes>1</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19</vt:i4>
      </vt:variant>
    </vt:vector>
  </HeadingPairs>
  <TitlesOfParts>
    <vt:vector size="27" baseType="lpstr">
      <vt:lpstr>Aptos</vt:lpstr>
      <vt:lpstr>Arial</vt:lpstr>
      <vt:lpstr>Cambria Math</vt:lpstr>
      <vt:lpstr>Open Sans Semibold</vt:lpstr>
      <vt:lpstr>Times New Roman</vt:lpstr>
      <vt:lpstr>Wingdings</vt:lpstr>
      <vt:lpstr>Custom Design</vt:lpstr>
      <vt:lpstr>Document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Duran, Francisco J</dc:creator>
  <cp:lastModifiedBy>Rahman, S M Atikur</cp:lastModifiedBy>
  <cp:revision>2</cp:revision>
  <dcterms:created xsi:type="dcterms:W3CDTF">2021-07-15T21:16:15Z</dcterms:created>
  <dcterms:modified xsi:type="dcterms:W3CDTF">2025-12-09T16:50:18Z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73649dc-6fee-4eb8-a128-734c3c842ea8_Enabled">
    <vt:lpwstr>true</vt:lpwstr>
  </property>
  <property fmtid="{D5CDD505-2E9C-101B-9397-08002B2CF9AE}" pid="3" name="MSIP_Label_b73649dc-6fee-4eb8-a128-734c3c842ea8_SetDate">
    <vt:lpwstr>2023-08-28T01:37:30Z</vt:lpwstr>
  </property>
  <property fmtid="{D5CDD505-2E9C-101B-9397-08002B2CF9AE}" pid="4" name="MSIP_Label_b73649dc-6fee-4eb8-a128-734c3c842ea8_Method">
    <vt:lpwstr>Standard</vt:lpwstr>
  </property>
  <property fmtid="{D5CDD505-2E9C-101B-9397-08002B2CF9AE}" pid="5" name="MSIP_Label_b73649dc-6fee-4eb8-a128-734c3c842ea8_Name">
    <vt:lpwstr>defa4170-0d19-0005-0004-bc88714345d2</vt:lpwstr>
  </property>
  <property fmtid="{D5CDD505-2E9C-101B-9397-08002B2CF9AE}" pid="6" name="MSIP_Label_b73649dc-6fee-4eb8-a128-734c3c842ea8_SiteId">
    <vt:lpwstr>857c21d2-1a16-43a4-90cf-d57f3fab9d2f</vt:lpwstr>
  </property>
  <property fmtid="{D5CDD505-2E9C-101B-9397-08002B2CF9AE}" pid="7" name="MSIP_Label_b73649dc-6fee-4eb8-a128-734c3c842ea8_ActionId">
    <vt:lpwstr>d4ef1f15-c63f-4e86-95aa-9b593eaedeb1</vt:lpwstr>
  </property>
  <property fmtid="{D5CDD505-2E9C-101B-9397-08002B2CF9AE}" pid="8" name="MSIP_Label_b73649dc-6fee-4eb8-a128-734c3c842ea8_ContentBits">
    <vt:lpwstr>0</vt:lpwstr>
  </property>
</Properties>
</file>